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20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6459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20040"/>
            <a:ext cx="164592" cy="16459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128016"/>
            <a:ext cx="201168" cy="201168"/>
          </a:xfrm>
          <a:prstGeom prst="ellipse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56032"/>
            <a:ext cx="960120" cy="2926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560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676656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Recruitment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&amp; SDLC Mastery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" y="2240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language, confidence &amp; frameworks to recruit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tech talent in 2026 — from Day 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" y="3017520"/>
            <a:ext cx="5120640" cy="2743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246120"/>
            <a:ext cx="129844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2461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🌐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IT Landscape 2026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37360" y="3246120"/>
            <a:ext cx="129844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2461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🏢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Product vs Service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27248" y="3246120"/>
            <a:ext cx="129844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32461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🔄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SDLC End-to-End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17136" y="3246120"/>
            <a:ext cx="129844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32461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📋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JD Decoding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548640"/>
            <a:ext cx="2743200" cy="404164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548640"/>
            <a:ext cx="2743200" cy="42062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548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</a:rPr>
              <a:t>YOU WILL BE ABLE TO…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1188720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65392" y="1115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Explain the 2026 IT hiring landscape to any client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728216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65392" y="16550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Differentiate Product &amp; Service company requirements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267712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65392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Walk through all SDLC phases with precision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807208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807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65392" y="2734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Decode any tech JD within minutes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346704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346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65392" y="32735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Map full tech stacks for 5 key roles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3886200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565392" y="3813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Conduct real-time role analysis confidently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</a:rPr>
              <a:t>IT Recruitment Mastery Program  ·  Module 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CONCEPTS: Product vs Service Companies  ·  SDLC Mastery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8CA6"/>
                </a:solidFill>
              </a:rPr>
              <a:t>🏢  PRODUCT vs SERVICE: WHAT RECRUITERS MUST KNOW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8745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1234440"/>
            <a:ext cx="1874520" cy="3474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1234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1874520" cy="438912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Own the product roadmap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04288" y="1691640"/>
            <a:ext cx="1874520" cy="438912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1691640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Client-driven delivery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85416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Deep specialisation per role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04288" y="2185416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2185416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Breadth across projects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679192"/>
            <a:ext cx="1874520" cy="438912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79192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Long hiring cycles, higher bar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04288" y="2679192"/>
            <a:ext cx="1874520" cy="438912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679192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Volume hiring, faster TAT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72968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72968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Equity &amp; product culture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04288" y="3172968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3172968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Billing rate &amp; bench 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1874520" cy="438912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66744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e.g. Google, Swiggy, CRED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04288" y="3666744"/>
            <a:ext cx="1874520" cy="438912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4288" y="3666744"/>
            <a:ext cx="1874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e.g. TCS, Infosys, Wipro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3904488" cy="621792"/>
          </a:xfrm>
          <a:prstGeom prst="rect">
            <a:avLst/>
          </a:prstGeom>
          <a:solidFill>
            <a:srgbClr val="FEF9E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25196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5800"/>
                </a:solidFill>
              </a:rPr>
              <a:t>💡  Recruiter Tip: Always ask — 'Is this a product or project role?' Your sourcing, salary benchmarks &amp; notice period strategy all change based on the answer.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777240"/>
            <a:ext cx="27432" cy="411480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8CA6"/>
                </a:solidFill>
              </a:rPr>
              <a:t>🔄  SDLC: EVERY PHASE &amp; HOW IT AFFECTS HIRING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1252728"/>
            <a:ext cx="914400" cy="38404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1252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STRATEGY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96128" y="1252728"/>
            <a:ext cx="3273552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125272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Planning  </a:t>
            </a:r>
            <a:r>
              <a:rPr lang="en-US" sz="900" dirty="0">
                <a:solidFill>
                  <a:srgbClr val="4A5568"/>
                </a:solidFill>
              </a:rPr>
              <a:t>Project Manager, Business Analyst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1746504"/>
            <a:ext cx="914400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17465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DISCOVERY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96128" y="1746504"/>
            <a:ext cx="32735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174650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Requirements  </a:t>
            </a:r>
            <a:r>
              <a:rPr lang="en-US" sz="900" dirty="0">
                <a:solidFill>
                  <a:srgbClr val="4A5568"/>
                </a:solidFill>
              </a:rPr>
              <a:t>BA, Product Owner, Scrum Master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2240280"/>
            <a:ext cx="91440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STRUCTURE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96128" y="2240280"/>
            <a:ext cx="3273552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224028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Design  </a:t>
            </a:r>
            <a:r>
              <a:rPr lang="en-US" sz="900" dirty="0">
                <a:solidFill>
                  <a:srgbClr val="4A5568"/>
                </a:solidFill>
              </a:rPr>
              <a:t>Architect, UI/UX Designer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2734056"/>
            <a:ext cx="914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2734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BUILD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96128" y="2734056"/>
            <a:ext cx="32735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50992" y="2734056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4. Development  </a:t>
            </a:r>
            <a:r>
              <a:rPr lang="en-US" sz="900" dirty="0">
                <a:solidFill>
                  <a:srgbClr val="4A5568"/>
                </a:solidFill>
              </a:rPr>
              <a:t>Frontend, Backend, Full-Stack Dev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3227832"/>
            <a:ext cx="9144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2278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QUALITY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596128" y="3227832"/>
            <a:ext cx="3273552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50992" y="32278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5. Testing / QA  </a:t>
            </a:r>
            <a:r>
              <a:rPr lang="en-US" sz="900" dirty="0">
                <a:solidFill>
                  <a:srgbClr val="4A5568"/>
                </a:solidFill>
              </a:rPr>
              <a:t>SDET, Manual QA, Automation Engineer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3721608"/>
            <a:ext cx="91440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3721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RELEASE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596128" y="3721608"/>
            <a:ext cx="32735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50992" y="37216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6. Deployment  </a:t>
            </a:r>
            <a:r>
              <a:rPr lang="en-US" sz="900" dirty="0">
                <a:solidFill>
                  <a:srgbClr val="4A5568"/>
                </a:solidFill>
              </a:rPr>
              <a:t>DevOps, Cloud Engineer, SRE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4215384"/>
            <a:ext cx="914400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4215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SUSTAIN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96128" y="4215384"/>
            <a:ext cx="3273552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50992" y="42153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7. Maintenance  </a:t>
            </a:r>
            <a:r>
              <a:rPr lang="en-US" sz="900" dirty="0">
                <a:solidFill>
                  <a:srgbClr val="4A5568"/>
                </a:solidFill>
              </a:rPr>
              <a:t>Support Eng, L2/L3 Engineers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004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</a:rPr>
              <a:t>IT Recruitment Mastery Program  ·  Module 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JD DECODING  ·  TECH STACK MAPPING  ·  REAL-TIME ROLE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</a:rPr>
              <a:t>📋  HOW TO DECODE A JD IN 5 STEPS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Identify the Role Tier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Junior / Mid / Senior / Lead — sets salary band &amp; experience bracket.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901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Spot Must-Have vs Nice-to-Have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" y="21396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Keywords like 'required', 'must' = non-negotiable. 'Preferred' = bonus.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" y="25968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Map the Tech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Separate languages, frameworks, cloud, tools &amp; databases clearly.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 the Team Context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" y="3529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Agile/Scrum? Team size? Startup or enterprise? Shapes culture fit.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" y="39867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 the Real Problem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944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What pain is this hire solving? Scale, speed, quality, or coverage?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777240"/>
            <a:ext cx="27432" cy="4160520"/>
          </a:xfrm>
          <a:prstGeom prst="rect">
            <a:avLst/>
          </a:prstGeom>
          <a:solidFill>
            <a:srgbClr val="1B8CA6">
              <a:alpha val="5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</a:rPr>
              <a:t>⚙️  TECH STACK MAP: 5 KEY ROLES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1207008"/>
            <a:ext cx="4133088" cy="5943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1207008"/>
            <a:ext cx="91440" cy="594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2252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Full-Stack Dev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01184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React · Node.js · PostgreSQL · Docker · AWS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6592" y="1892808"/>
            <a:ext cx="4133088" cy="5943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36592" y="1892808"/>
            <a:ext cx="91440" cy="5943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19110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Scientist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1184" y="2167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Python · TensorFlow · Spark · SQL · Jupyter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2578608"/>
            <a:ext cx="4133088" cy="5943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2578608"/>
            <a:ext cx="91440" cy="5943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25968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Cloud Engineer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01184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AWS/GCP/Azure · Terraform · Kubernetes · IAM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3264408"/>
            <a:ext cx="4133088" cy="5943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6592" y="3264408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282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DevOps Engineer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01184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CI/CD · Jenkins · Ansible · Linux · Prometheus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36592" y="3950208"/>
            <a:ext cx="4133088" cy="5943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6592" y="3950208"/>
            <a:ext cx="9144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39684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 Developer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01184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EF4"/>
                </a:solidFill>
              </a:rPr>
              <a:t>Java/Go/Python · REST APIs · Redis · Kafka · SQL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🎯  TODAY'S OUTCOME: Walk out able to pick up any JD, name every tech in it, and tell a hiring manager exactly what you're looking for.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522</Words>
  <Application>Microsoft Office PowerPoint</Application>
  <PresentationFormat>On-screen Show (16:9)</PresentationFormat>
  <Paragraphs>90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Recruitment Fundamentals &amp; SDLC Mastery</dc:title>
  <dc:subject>PptxGenJS Presentation</dc:subject>
  <dc:creator>PptxGenJS</dc:creator>
  <cp:lastModifiedBy>JAGADISH JEEVAN SAI</cp:lastModifiedBy>
  <cp:revision>3</cp:revision>
  <dcterms:created xsi:type="dcterms:W3CDTF">2026-03-26T12:02:36Z</dcterms:created>
  <dcterms:modified xsi:type="dcterms:W3CDTF">2026-03-30T06:24:25Z</dcterms:modified>
</cp:coreProperties>
</file>