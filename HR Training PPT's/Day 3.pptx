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6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3291840" cy="329184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0"/>
            <a:ext cx="2286000" cy="2286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200400"/>
            <a:ext cx="1828800" cy="18288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20040"/>
            <a:ext cx="12344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0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8046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BOOLEAN &amp;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X-RAY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NINJA TECHNIQUES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048" y="26517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Search Master  ·  Build Advanced Boolean Strings  ·  Find Hidden Passive Talent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3154680"/>
            <a:ext cx="2606040" cy="36576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Live Searches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3154680"/>
            <a:ext cx="2606040" cy="36576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Templates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3154680"/>
            <a:ext cx="2606040" cy="365760"/>
          </a:xfrm>
          <a:prstGeom prst="rect">
            <a:avLst/>
          </a:prstGeom>
          <a:solidFill>
            <a:srgbClr val="22D3A0">
              <a:alpha val="20000"/>
            </a:srgbClr>
          </a:solidFill>
          <a:ln w="12700">
            <a:solidFill>
              <a:srgbClr val="22D3A0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Platforms Covered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730752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" y="3730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Training Program  ·  Advanced Search Module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BOOLEAN BUILDING BLOCKS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804672"/>
            <a:ext cx="420624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566928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280160"/>
            <a:ext cx="3977640" cy="256032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12801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AND "Machine Learning"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15910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profiles with BOTH terms — narrows results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81728" y="804672"/>
            <a:ext cx="420624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A855F7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91456" y="914400"/>
            <a:ext cx="566928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914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91456" y="1280160"/>
            <a:ext cx="3977640" cy="256032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2801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OR "Vue.js" OR Angular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91456" y="15910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profiles with ANY term — broadens the net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56032" y="2029968"/>
            <a:ext cx="269748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2139696"/>
            <a:ext cx="56692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21396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2505456"/>
            <a:ext cx="2468880" cy="256032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0624" y="25054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NOT JavaScript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the second term — removes false matches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27832" y="2029968"/>
            <a:ext cx="269748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37560" y="2139696"/>
            <a:ext cx="5669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37560" y="21396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37560" y="2505456"/>
            <a:ext cx="2468880" cy="256032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92424" y="25054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"Senior Data Engineer"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33756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phrase match — no partial or synonym hits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199632" y="2029968"/>
            <a:ext cx="2688336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22D3A0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09360" y="2139696"/>
            <a:ext cx="566928" cy="274320"/>
          </a:xfrm>
          <a:prstGeom prst="rect">
            <a:avLst/>
          </a:prstGeom>
          <a:solidFill>
            <a:srgbClr val="22D3A0"/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21396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09360" y="2505456"/>
            <a:ext cx="2459736" cy="256032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64224" y="2505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(Python OR R) AND (ML OR "AI")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309360" y="2816352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logic — controls operator precedence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3310128"/>
            <a:ext cx="91440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0" y="331012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410712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48640" y="333756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Always use CAPS for AND / OR / NOT — lowercase may be ignored by search engines. Combine operators to build precision strings.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4818888"/>
            <a:ext cx="256032" cy="25603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85216" y="4773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You can construct any Boolean string from scratch without relying on templates alone.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X-RAY SEARCH MASTERY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768096"/>
            <a:ext cx="5138928" cy="932688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768096"/>
            <a:ext cx="9601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7680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" y="1088136"/>
            <a:ext cx="4937760" cy="246888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088136"/>
            <a:ext cx="4828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 "Data Scientist" Bangalore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7472" y="1389888"/>
            <a:ext cx="4956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 LinkedIn profiles — bypasses login limits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" y="1792224"/>
            <a:ext cx="5138928" cy="932688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1792224"/>
            <a:ext cx="9601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17922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filetype: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2112264"/>
            <a:ext cx="4937760" cy="246888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2112264"/>
            <a:ext cx="4828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filetype:pdf "resume" "Python" "AWS" 2025 2026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7472" y="2414016"/>
            <a:ext cx="4956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downloadable CVs recruiters never see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56032" y="2816352"/>
            <a:ext cx="5138928" cy="932688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6032" y="2816352"/>
            <a:ext cx="9601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28163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7472" y="3136392"/>
            <a:ext cx="4937760" cy="246888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" y="3136392"/>
            <a:ext cx="4828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intitle:"resume" "DevOps Engineer" Kubernetes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47472" y="3438144"/>
            <a:ext cx="4956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pages with keyword in the HTML title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6032" y="3840480"/>
            <a:ext cx="5138928" cy="932688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>
                <a:alpha val="4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6032" y="3840480"/>
            <a:ext cx="9601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" y="3840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inurl: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47472" y="4160520"/>
            <a:ext cx="4937760" cy="246888"/>
          </a:xfrm>
          <a:prstGeom prst="rect">
            <a:avLst/>
          </a:prstGeom>
          <a:solidFill>
            <a:srgbClr val="0D1424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2336" y="4160520"/>
            <a:ext cx="4828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inurl:resume OR inurl:cv "React" "Node.js"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47472" y="4462272"/>
            <a:ext cx="4956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keyword in the actual URL path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577840" y="768096"/>
            <a:ext cx="3337560" cy="2423160"/>
          </a:xfrm>
          <a:prstGeom prst="rect">
            <a:avLst/>
          </a:prstGeom>
          <a:solidFill>
            <a:srgbClr val="0D1A2E"/>
          </a:solidFill>
          <a:ln w="19050">
            <a:solidFill>
              <a:srgbClr val="A855F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77840" y="768096"/>
            <a:ext cx="3337560" cy="31089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76809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POWER COMBO STRING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0" y="1152144"/>
            <a:ext cx="3145536" cy="1481328"/>
          </a:xfrm>
          <a:prstGeom prst="rect">
            <a:avLst/>
          </a:prstGeom>
          <a:solidFill>
            <a:srgbClr val="060E1C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24144" y="1188720"/>
            <a:ext cx="30358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("React" OR "Next.js")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("Node.js" OR "TypeScript")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("open to work" OR "#opentowork")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-intitle:"recruiter" -intitle:"hiring"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77840" y="3291840"/>
            <a:ext cx="3337560" cy="1444752"/>
          </a:xfrm>
          <a:prstGeom prst="rect">
            <a:avLst/>
          </a:prstGeom>
          <a:solidFill>
            <a:srgbClr val="1E2A3A"/>
          </a:solidFill>
          <a:ln w="19050">
            <a:solidFill>
              <a:srgbClr val="22D3A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577840" y="3291840"/>
            <a:ext cx="3337560" cy="274320"/>
          </a:xfrm>
          <a:prstGeom prst="rect">
            <a:avLst/>
          </a:prstGeom>
          <a:solidFill>
            <a:srgbClr val="22D3A0">
              <a:alpha val="80000"/>
            </a:srgbClr>
          </a:solidFill>
          <a:ln w="12700">
            <a:solidFill>
              <a:srgbClr val="22D3A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7784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WORKS</a:t>
            </a:r>
            <a:endParaRPr lang="en-US" sz="9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639312"/>
            <a:ext cx="164592" cy="164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897880" y="3611880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pins results to one platform</a:t>
            </a:r>
            <a:endParaRPr lang="en-US" sz="95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895344"/>
            <a:ext cx="164592" cy="16459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897880" y="386791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groups skill variations cleanly</a:t>
            </a:r>
            <a:endParaRPr lang="en-US" sz="95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151376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897880" y="412394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candidates surface first</a:t>
            </a:r>
            <a:endParaRPr lang="en-US" sz="95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407408"/>
            <a:ext cx="164592" cy="16459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897880" y="437997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-intitle: removes noise &amp; recruiters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4818888"/>
            <a:ext cx="256032" cy="25603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85216" y="4773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Run targeted X-Ray searches on any platform and surface passive talent competitors cannot find.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PLATFORM-SPECIFIC SEARCH PLAYBOOK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72400" y="109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768096"/>
            <a:ext cx="2779776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F8FAFC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768096"/>
            <a:ext cx="2779776" cy="292608"/>
          </a:xfrm>
          <a:prstGeom prst="rect">
            <a:avLst/>
          </a:prstGeom>
          <a:solidFill>
            <a:srgbClr val="F8FAFC">
              <a:alpha val="15000"/>
            </a:srgbClr>
          </a:solidFill>
          <a:ln w="12700">
            <a:solidFill>
              <a:srgbClr val="F8FAFC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7680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01368" y="1097280"/>
            <a:ext cx="1143000" cy="201168"/>
          </a:xfrm>
          <a:prstGeom prst="rect">
            <a:avLst/>
          </a:prstGeom>
          <a:solidFill>
            <a:srgbClr val="F8FAFC">
              <a:alpha val="30000"/>
            </a:srgbClr>
          </a:solidFill>
          <a:ln w="12700">
            <a:solidFill>
              <a:srgbClr val="F8FAFC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01368" y="1097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7472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devs by actual code they write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" y="1426464"/>
            <a:ext cx="2596896" cy="713232"/>
          </a:xfrm>
          <a:prstGeom prst="rect">
            <a:avLst/>
          </a:prstGeom>
          <a:solidFill>
            <a:srgbClr val="060C14"/>
          </a:solidFill>
          <a:ln w="12700">
            <a:solidFill>
              <a:srgbClr val="1C2D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14630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site:github.com "machine learning"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language:Python followers:&gt;100</a:t>
            </a:r>
            <a:endParaRPr lang="en-US" sz="78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21284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2185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class →  copy, paste, iterate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36976" y="768096"/>
            <a:ext cx="2779776" cy="1901952"/>
          </a:xfrm>
          <a:prstGeom prst="rect">
            <a:avLst/>
          </a:prstGeom>
          <a:solidFill>
            <a:srgbClr val="1A1200"/>
          </a:solidFill>
          <a:ln w="19050">
            <a:solidFill>
              <a:srgbClr val="F48024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36976" y="768096"/>
            <a:ext cx="2779776" cy="292608"/>
          </a:xfrm>
          <a:prstGeom prst="rect">
            <a:avLst/>
          </a:prstGeom>
          <a:solidFill>
            <a:srgbClr val="F48024">
              <a:alpha val="20000"/>
            </a:srgbClr>
          </a:solidFill>
          <a:ln w="12700">
            <a:solidFill>
              <a:srgbClr val="F48024">
                <a:alpha val="5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28416" y="7680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80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StackOverflow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782312" y="1097280"/>
            <a:ext cx="1143000" cy="201168"/>
          </a:xfrm>
          <a:prstGeom prst="rect">
            <a:avLst/>
          </a:prstGeom>
          <a:solidFill>
            <a:srgbClr val="F48024">
              <a:alpha val="30000"/>
            </a:srgbClr>
          </a:solidFill>
          <a:ln w="12700">
            <a:solidFill>
              <a:srgbClr val="F48024">
                <a:alpha val="5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82312" y="1097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Solvers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328416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experts who answer, not just code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328416" y="1426464"/>
            <a:ext cx="2596896" cy="713232"/>
          </a:xfrm>
          <a:prstGeom prst="rect">
            <a:avLst/>
          </a:prstGeom>
          <a:solidFill>
            <a:srgbClr val="060C14"/>
          </a:solidFill>
          <a:ln w="12700">
            <a:solidFill>
              <a:srgbClr val="1C2D3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83280" y="14630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site:stackoverflow.com/users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"React" "Node.js" answered:&gt;50</a:t>
            </a:r>
            <a:endParaRPr lang="en-US" sz="78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2212848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529584" y="2185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class →  copy, paste, iterate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199632" y="768096"/>
            <a:ext cx="2779776" cy="1901952"/>
          </a:xfrm>
          <a:prstGeom prst="rect">
            <a:avLst/>
          </a:prstGeom>
          <a:solidFill>
            <a:srgbClr val="000B1A"/>
          </a:solidFill>
          <a:ln w="19050">
            <a:solidFill>
              <a:srgbClr val="1769FF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99632" y="768096"/>
            <a:ext cx="2779776" cy="292608"/>
          </a:xfrm>
          <a:prstGeom prst="rect">
            <a:avLst/>
          </a:prstGeom>
          <a:solidFill>
            <a:srgbClr val="1769FF">
              <a:alpha val="20000"/>
            </a:srgbClr>
          </a:solidFill>
          <a:ln w="12700">
            <a:solidFill>
              <a:srgbClr val="1769FF">
                <a:alpha val="5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91072" y="7680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6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Behance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744968" y="1097280"/>
            <a:ext cx="1143000" cy="201168"/>
          </a:xfrm>
          <a:prstGeom prst="rect">
            <a:avLst/>
          </a:prstGeom>
          <a:solidFill>
            <a:srgbClr val="1769FF">
              <a:alpha val="30000"/>
            </a:srgbClr>
          </a:solidFill>
          <a:ln w="12700">
            <a:solidFill>
              <a:srgbClr val="1769FF">
                <a:alpha val="5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744968" y="1097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Creative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291072" y="1097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UI/UX talent with portfolio proof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291072" y="1426464"/>
            <a:ext cx="2596896" cy="713232"/>
          </a:xfrm>
          <a:prstGeom prst="rect">
            <a:avLst/>
          </a:prstGeom>
          <a:solidFill>
            <a:srgbClr val="060C14"/>
          </a:solidFill>
          <a:ln w="12700">
            <a:solidFill>
              <a:srgbClr val="1C2D3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345936" y="14630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site:behance.net "UX Designer"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"Figma" OR "Product Design" 2025</a:t>
            </a:r>
            <a:endParaRPr lang="en-US" sz="78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212848"/>
            <a:ext cx="164592" cy="16459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92240" y="21854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class →  copy, paste, iterate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256032" y="2788920"/>
            <a:ext cx="2779776" cy="1901952"/>
          </a:xfrm>
          <a:prstGeom prst="rect">
            <a:avLst/>
          </a:prstGeom>
          <a:solidFill>
            <a:srgbClr val="0D1520"/>
          </a:solidFill>
          <a:ln w="19050">
            <a:solidFill>
              <a:srgbClr val="00D4FF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56032" y="2788920"/>
            <a:ext cx="2779776" cy="29260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47472" y="27889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Gist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1801368" y="3118104"/>
            <a:ext cx="1143000" cy="20116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801368" y="31181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Talent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347472" y="31181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code samples from passive developers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347472" y="3447288"/>
            <a:ext cx="2596896" cy="713232"/>
          </a:xfrm>
          <a:prstGeom prst="rect">
            <a:avLst/>
          </a:prstGeom>
          <a:solidFill>
            <a:srgbClr val="060C14"/>
          </a:solidFill>
          <a:ln w="12700">
            <a:solidFill>
              <a:srgbClr val="1C2D3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02336" y="3483864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site:gist.github.com "docker-compose"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"kubernetes" "author:"</a:t>
            </a:r>
            <a:endParaRPr lang="en-US" sz="78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233672"/>
            <a:ext cx="164592" cy="16459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48640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class →  copy, paste, iterate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3236976" y="2788920"/>
            <a:ext cx="2779776" cy="1901952"/>
          </a:xfrm>
          <a:prstGeom prst="rect">
            <a:avLst/>
          </a:prstGeom>
          <a:solidFill>
            <a:srgbClr val="001020"/>
          </a:solidFill>
          <a:ln w="19050">
            <a:solidFill>
              <a:srgbClr val="20BEFF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3236976" y="2788920"/>
            <a:ext cx="2779776" cy="292608"/>
          </a:xfrm>
          <a:prstGeom prst="rect">
            <a:avLst/>
          </a:prstGeom>
          <a:solidFill>
            <a:srgbClr val="20BEFF">
              <a:alpha val="20000"/>
            </a:srgbClr>
          </a:solidFill>
          <a:ln w="12700">
            <a:solidFill>
              <a:srgbClr val="20BEFF">
                <a:alpha val="50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3328416" y="27889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B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Kaggle</a:t>
            </a:r>
            <a:endParaRPr lang="en-US" sz="1150" dirty="0"/>
          </a:p>
        </p:txBody>
      </p:sp>
      <p:sp>
        <p:nvSpPr>
          <p:cNvPr id="49" name="Shape 42"/>
          <p:cNvSpPr/>
          <p:nvPr/>
        </p:nvSpPr>
        <p:spPr>
          <a:xfrm>
            <a:off x="4782312" y="3118104"/>
            <a:ext cx="1143000" cy="201168"/>
          </a:xfrm>
          <a:prstGeom prst="rect">
            <a:avLst/>
          </a:prstGeom>
          <a:solidFill>
            <a:srgbClr val="20BEFF">
              <a:alpha val="30000"/>
            </a:srgbClr>
          </a:solidFill>
          <a:ln w="12700">
            <a:solidFill>
              <a:srgbClr val="20BEFF">
                <a:alpha val="50000"/>
              </a:srgbClr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782312" y="31181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750" dirty="0"/>
          </a:p>
        </p:txBody>
      </p:sp>
      <p:sp>
        <p:nvSpPr>
          <p:cNvPr id="51" name="Text 44"/>
          <p:cNvSpPr/>
          <p:nvPr/>
        </p:nvSpPr>
        <p:spPr>
          <a:xfrm>
            <a:off x="3328416" y="31181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Rank-verified data scientists with proofs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3328416" y="3447288"/>
            <a:ext cx="2596896" cy="713232"/>
          </a:xfrm>
          <a:prstGeom prst="rect">
            <a:avLst/>
          </a:prstGeom>
          <a:solidFill>
            <a:srgbClr val="060C14"/>
          </a:solidFill>
          <a:ln w="12700">
            <a:solidFill>
              <a:srgbClr val="1C2D3E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3383280" y="3483864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site:kaggle.com/users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"Grandmaster" OR "Expert" Python</a:t>
            </a:r>
            <a:endParaRPr lang="en-US" sz="780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4233672"/>
            <a:ext cx="164592" cy="164592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3529584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class →  copy, paste, iterate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6199632" y="2788920"/>
            <a:ext cx="2779776" cy="1901952"/>
          </a:xfrm>
          <a:prstGeom prst="rect">
            <a:avLst/>
          </a:prstGeom>
          <a:solidFill>
            <a:srgbClr val="130C1E"/>
          </a:solidFill>
          <a:ln w="19050">
            <a:solidFill>
              <a:srgbClr val="A855F7">
                <a:alpha val="8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6199632" y="2788920"/>
            <a:ext cx="2779776" cy="292608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291072" y="27889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Dev.to / Medium</a:t>
            </a:r>
            <a:endParaRPr lang="en-US" sz="1150" dirty="0"/>
          </a:p>
        </p:txBody>
      </p:sp>
      <p:sp>
        <p:nvSpPr>
          <p:cNvPr id="59" name="Shape 51"/>
          <p:cNvSpPr/>
          <p:nvPr/>
        </p:nvSpPr>
        <p:spPr>
          <a:xfrm>
            <a:off x="7744968" y="3118104"/>
            <a:ext cx="1143000" cy="201168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7744968" y="31181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6291072" y="31181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engineers who write = deeper expertise</a:t>
            </a:r>
            <a:endParaRPr lang="en-US" sz="850" dirty="0"/>
          </a:p>
        </p:txBody>
      </p:sp>
      <p:sp>
        <p:nvSpPr>
          <p:cNvPr id="62" name="Shape 54"/>
          <p:cNvSpPr/>
          <p:nvPr/>
        </p:nvSpPr>
        <p:spPr>
          <a:xfrm>
            <a:off x="6291072" y="3447288"/>
            <a:ext cx="2596896" cy="713232"/>
          </a:xfrm>
          <a:prstGeom prst="rect">
            <a:avLst/>
          </a:prstGeom>
          <a:solidFill>
            <a:srgbClr val="060C14"/>
          </a:solidFill>
          <a:ln w="12700">
            <a:solidFill>
              <a:srgbClr val="1C2D3E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345936" y="3483864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site:dev.to "I built" "TypeScript"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site:medium.com/tag/engineering</a:t>
            </a:r>
            <a:endParaRPr lang="en-US" sz="780" dirty="0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233672"/>
            <a:ext cx="164592" cy="164592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6492240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class →  copy, paste, iterate</a:t>
            </a:r>
            <a:endParaRPr lang="en-US" sz="800" dirty="0"/>
          </a:p>
        </p:txBody>
      </p:sp>
      <p:sp>
        <p:nvSpPr>
          <p:cNvPr id="66" name="Shape 5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4818888"/>
            <a:ext cx="256032" cy="256032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585216" y="4773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Search 6 platforms with platform-tuned strings to find talent no job board will ever surface.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28016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" y="1280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kern="0" spc="15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READY-TO-USE 2026 BOOLEAN TEMPLATES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256032" y="548640"/>
            <a:ext cx="8631936" cy="25603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640080"/>
            <a:ext cx="8631936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>
                <a:alpha val="6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640080"/>
            <a:ext cx="1783080" cy="731520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640080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Engineer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03120" y="722376"/>
            <a:ext cx="6675120" cy="566928"/>
          </a:xfrm>
          <a:prstGeom prst="rect">
            <a:avLst/>
          </a:prstGeom>
          <a:solidFill>
            <a:srgbClr val="06101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76272" y="74980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 ("Full Stack" OR "Full-Stack") AND (React OR Vue OR Angular) AND (Node.js OR Django OR FastAPI) AND (AWS OR GCP OR Azure) -recruiter -"looking for"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6032" y="1444752"/>
            <a:ext cx="8631936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A855F7">
                <a:alpha val="6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1444752"/>
            <a:ext cx="1783080" cy="731520"/>
          </a:xfrm>
          <a:prstGeom prst="rect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1444752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Scientist / ML Engineer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03120" y="1527048"/>
            <a:ext cx="6675120" cy="566928"/>
          </a:xfrm>
          <a:prstGeom prst="rect">
            <a:avLst/>
          </a:prstGeom>
          <a:solidFill>
            <a:srgbClr val="06101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1554480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site:github.com OR site:kaggle.com/users ("Data Scientist" OR "ML Engineer") AND (Python OR R) AND ("TensorFlow" OR "PyTorch" OR "scikit-learn") AND ("open to" OR "available")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6032" y="2249424"/>
            <a:ext cx="8631936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2D3A0">
                <a:alpha val="6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2249424"/>
            <a:ext cx="1783080" cy="731520"/>
          </a:xfrm>
          <a:prstGeom prst="rect">
            <a:avLst/>
          </a:prstGeom>
          <a:solidFill>
            <a:srgbClr val="22D3A0">
              <a:alpha val="22000"/>
            </a:srgbClr>
          </a:solidFill>
          <a:ln w="12700">
            <a:solidFill>
              <a:srgbClr val="22D3A0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" y="2249424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 / Platform Engineer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103120" y="2331720"/>
            <a:ext cx="6675120" cy="566928"/>
          </a:xfrm>
          <a:prstGeom prst="rect">
            <a:avLst/>
          </a:prstGeom>
          <a:solidFill>
            <a:srgbClr val="06101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76272" y="2359152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 ("DevOps" OR "SRE" OR "Platform Engineer") AND (Kubernetes OR "K8s") AND (Terraform OR Ansible) AND (CI/CD OR Jenkins OR GitOps) -"actively hiring"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56032" y="3054096"/>
            <a:ext cx="8631936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56032" y="3054096"/>
            <a:ext cx="1783080" cy="73152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2608" y="3054096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UI/UX Designer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103120" y="3136392"/>
            <a:ext cx="6675120" cy="566928"/>
          </a:xfrm>
          <a:prstGeom prst="rect">
            <a:avLst/>
          </a:prstGeom>
          <a:solidFill>
            <a:srgbClr val="06101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76272" y="3163824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site:behance.net OR site:dribbble.com ("Product Designer" OR "UX Designer") AND (Figma OR "Design System") AND ("case study" OR "user research") 2024 OR 2025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" y="3858768"/>
            <a:ext cx="8631936" cy="731520"/>
          </a:xfrm>
          <a:prstGeom prst="rect">
            <a:avLst/>
          </a:prstGeom>
          <a:solidFill>
            <a:srgbClr val="1E2A3A"/>
          </a:solidFill>
          <a:ln w="12700">
            <a:solidFill>
              <a:srgbClr val="F87171">
                <a:alpha val="6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56032" y="3858768"/>
            <a:ext cx="1783080" cy="731520"/>
          </a:xfrm>
          <a:prstGeom prst="rect">
            <a:avLst/>
          </a:prstGeom>
          <a:solidFill>
            <a:srgbClr val="F87171">
              <a:alpha val="22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2608" y="3858768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 / AppSec Engineer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103120" y="3941064"/>
            <a:ext cx="6675120" cy="566928"/>
          </a:xfrm>
          <a:prstGeom prst="rect">
            <a:avLst/>
          </a:prstGeom>
          <a:solidFill>
            <a:srgbClr val="06101E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176272" y="3968496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site:linkedin.com/in ("Security Engineer" OR "AppSec" OR "Penetration Tester") AND (OWASP OR "Bug Bounty" OR CVE) AND (Python OR Go) AND (AWS OR Azure) -recruiter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56032" y="4681728"/>
            <a:ext cx="2788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754880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21792" y="46817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live searches practiced today — muscle memory beats templates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163824" y="4681728"/>
            <a:ext cx="2788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A0">
                <a:alpha val="60000"/>
              </a:srgbClr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264" y="4754880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529584" y="46817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talent is hiding in plain sight — X-Ray finds them first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071616" y="4681728"/>
            <a:ext cx="2788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4754880"/>
            <a:ext cx="219456" cy="21945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37376" y="46817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these strings weekly — tech stacks and titles evolve fast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On-screen Show (16:9)</PresentationFormat>
  <Paragraphs>112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 &amp; Google X-Ray Ninja Techniques – Day 3</dc:title>
  <dc:subject>PptxGenJS Presentation</dc:subject>
  <dc:creator>PptxGenJS</dc:creator>
  <cp:lastModifiedBy>JAGADISH JEEVAN SAI</cp:lastModifiedBy>
  <cp:revision>2</cp:revision>
  <dcterms:created xsi:type="dcterms:W3CDTF">2026-03-28T09:54:38Z</dcterms:created>
  <dcterms:modified xsi:type="dcterms:W3CDTF">2026-03-30T06:28:13Z</dcterms:modified>
</cp:coreProperties>
</file>