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7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9236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4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914400"/>
            <a:ext cx="4114800" cy="4114800"/>
          </a:xfrm>
          <a:prstGeom prst="ellipse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926080"/>
            <a:ext cx="3474720" cy="3474720"/>
          </a:xfrm>
          <a:prstGeom prst="ellipse">
            <a:avLst/>
          </a:prstGeom>
          <a:solidFill>
            <a:srgbClr val="F97316">
              <a:alpha val="30000"/>
            </a:srgbClr>
          </a:solidFill>
          <a:ln w="12700">
            <a:solidFill>
              <a:srgbClr val="F9731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731520"/>
            <a:ext cx="2560320" cy="2560320"/>
          </a:xfrm>
          <a:prstGeom prst="ellipse">
            <a:avLst/>
          </a:prstGeom>
          <a:solidFill>
            <a:srgbClr val="5EEAD4">
              <a:alpha val="28000"/>
            </a:srgbClr>
          </a:solidFill>
          <a:ln w="12700">
            <a:solidFill>
              <a:srgbClr val="5EEAD4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3474720"/>
            <a:ext cx="2011680" cy="2011680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2500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85800"/>
            <a:ext cx="2286000" cy="2286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0" y="594360"/>
            <a:ext cx="1325880" cy="475488"/>
          </a:xfrm>
          <a:prstGeom prst="roundRect">
            <a:avLst>
              <a:gd name="adj" fmla="val 26923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0" y="59436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2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926080" y="109728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Teaching Machines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2926080" y="1938528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 Classification 📸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2926080" y="2743200"/>
            <a:ext cx="1463040" cy="457200"/>
          </a:xfrm>
          <a:prstGeom prst="roundRect">
            <a:avLst>
              <a:gd name="adj" fmla="val 24000"/>
            </a:avLst>
          </a:prstGeom>
          <a:solidFill>
            <a:srgbClr val="3B82F6">
              <a:alpha val="7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26080" y="2743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👁️ See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617720" y="2743200"/>
            <a:ext cx="1463040" cy="457200"/>
          </a:xfrm>
          <a:prstGeom prst="roundRect">
            <a:avLst>
              <a:gd name="adj" fmla="val 24000"/>
            </a:avLst>
          </a:prstGeom>
          <a:solidFill>
            <a:srgbClr val="8B5CF6">
              <a:alpha val="7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17720" y="2743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🧠 Learn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309360" y="2743200"/>
            <a:ext cx="1463040" cy="457200"/>
          </a:xfrm>
          <a:prstGeom prst="roundRect">
            <a:avLst>
              <a:gd name="adj" fmla="val 24000"/>
            </a:avLst>
          </a:prstGeom>
          <a:solidFill>
            <a:srgbClr val="10B981">
              <a:alpha val="7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09360" y="2743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✅ Classify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2926080" y="420624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7F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Kids · Grade 6–10</a:t>
            </a:r>
            <a:endParaRPr lang="en-US" sz="13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1874520"/>
            <a:ext cx="1097280" cy="1097280"/>
          </a:xfrm>
          <a:prstGeom prst="rect">
            <a:avLst/>
          </a:prstGeom>
        </p:spPr>
      </p:pic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2926080"/>
            <a:ext cx="1417320" cy="1417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👁️ How Do Computers "See"?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2011680" cy="2011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468880" y="1078992"/>
            <a:ext cx="6400800" cy="1115568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578608" y="1152144"/>
            <a:ext cx="6172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don't see like us!</a:t>
            </a:r>
            <a:r>
              <a:rPr lang="en-US" sz="1500" dirty="0">
                <a:solidFill>
                  <a:srgbClr val="0F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They see a grid of tiny coloured squares called </a:t>
            </a: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</a:t>
            </a:r>
            <a:r>
              <a:rPr lang="en-US" sz="1500" dirty="0">
                <a:solidFill>
                  <a:srgbClr val="0F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🟦</a:t>
            </a:r>
            <a:endParaRPr lang="en-US" sz="1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" y="3246120"/>
            <a:ext cx="2286000" cy="1828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" y="31546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computer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sees →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514600" y="2304288"/>
            <a:ext cx="20116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2514600" y="2304288"/>
            <a:ext cx="201168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514600" y="24231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🔴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2606040" y="312724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Red Value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606040" y="3547872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0–255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0F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red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606040" y="4343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128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727448" y="2304288"/>
            <a:ext cx="20116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27448" y="2304288"/>
            <a:ext cx="20116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727448" y="24231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🟢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4818888" y="312724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Green Value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818888" y="3547872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0–255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0F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green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4818888" y="4343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128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940296" y="2304288"/>
            <a:ext cx="20116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940296" y="2304288"/>
            <a:ext cx="201168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940296" y="24231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🔵</a:t>
            </a:r>
            <a:endParaRPr lang="en-US" sz="3000" dirty="0"/>
          </a:p>
        </p:txBody>
      </p:sp>
      <p:sp>
        <p:nvSpPr>
          <p:cNvPr id="24" name="Text 20"/>
          <p:cNvSpPr/>
          <p:nvPr/>
        </p:nvSpPr>
        <p:spPr>
          <a:xfrm>
            <a:off x="7031736" y="312724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Blue Value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7031736" y="3547872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0–255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0F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blue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7031736" y="4343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128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 single photo can contain MILLIONS of pixels — that's a LOT of numbers for the computer to process!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🏷️ What is Image Classification?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3840480" cy="118872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15568"/>
            <a:ext cx="36576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🧺 Think of it like sorting laundry: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 looks at a photo and puts it in the right PILE (label)!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024128"/>
            <a:ext cx="1371600" cy="1325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60720" y="1078992"/>
            <a:ext cx="3154680" cy="1188720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888736" y="1115568"/>
            <a:ext cx="29260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300" dirty="0">
                <a:solidFill>
                  <a:srgbClr val="0F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an image → decide what it is!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65760" y="2423160"/>
            <a:ext cx="19659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>
                <a:alpha val="5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" y="2423160"/>
            <a:ext cx="196596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24231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65760" y="2999232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📷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457200" y="368503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Feed Image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57200" y="4096512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AI a photo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2331720" y="3337560"/>
            <a:ext cx="210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</a:rPr>
              <a:t>▶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2542032" y="2423160"/>
            <a:ext cx="19659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>
                <a:alpha val="5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542032" y="2423160"/>
            <a:ext cx="196596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542032" y="24231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2542032" y="2999232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🔢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2633472" y="368503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Convert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2633472" y="4096512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→ numbers (pixels)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507992" y="3337560"/>
            <a:ext cx="210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</a:rPr>
              <a:t>▶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718304" y="2423160"/>
            <a:ext cx="19659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>
                <a:alpha val="5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18304" y="2423160"/>
            <a:ext cx="1965960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18304" y="24231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4718304" y="2999232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27" name="Text 24"/>
          <p:cNvSpPr/>
          <p:nvPr/>
        </p:nvSpPr>
        <p:spPr>
          <a:xfrm>
            <a:off x="4809744" y="368503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Analyse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4809744" y="4096512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finds patterns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6684264" y="3337560"/>
            <a:ext cx="210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</a:rPr>
              <a:t>▶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894576" y="2423160"/>
            <a:ext cx="19659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>
                <a:alpha val="5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94576" y="2423160"/>
            <a:ext cx="196596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94576" y="24231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6894576" y="2999232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🏷️</a:t>
            </a:r>
            <a:endParaRPr lang="en-US" sz="2800" dirty="0"/>
          </a:p>
        </p:txBody>
      </p:sp>
      <p:sp>
        <p:nvSpPr>
          <p:cNvPr id="34" name="Text 31"/>
          <p:cNvSpPr/>
          <p:nvPr/>
        </p:nvSpPr>
        <p:spPr>
          <a:xfrm>
            <a:off x="6986016" y="368503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Label!</a:t>
            </a:r>
            <a:endParaRPr lang="en-US" sz="1350" dirty="0"/>
          </a:p>
        </p:txBody>
      </p:sp>
      <p:sp>
        <p:nvSpPr>
          <p:cNvPr id="35" name="Text 32"/>
          <p:cNvSpPr/>
          <p:nvPr/>
        </p:nvSpPr>
        <p:spPr>
          <a:xfrm>
            <a:off x="6986016" y="4096512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F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"That's a CAT! 🐱"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12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Examples: Is this photo a DOG or CAT? A STOP SIGN or GO SIGN? A TUMOUR or healthy tissue?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🎓 How Does the Machine Learn?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1920240" cy="1920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3090672"/>
            <a:ext cx="2331720" cy="1627632"/>
          </a:xfrm>
          <a:prstGeom prst="rect">
            <a:avLst/>
          </a:prstGeom>
          <a:solidFill>
            <a:srgbClr val="EDE9FE"/>
          </a:solidFill>
          <a:ln w="12700">
            <a:solidFill>
              <a:srgbClr val="8B5CF6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84048" y="3145536"/>
            <a:ext cx="21488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It's like levelling up in a game!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example teaches it to get better.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834640" y="1078992"/>
            <a:ext cx="6035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834640" y="1078992"/>
            <a:ext cx="64008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944368" y="1170432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44368" y="117043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041648" y="1133856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🖼️📚  Show LOTS of examples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2971800" y="1572768"/>
            <a:ext cx="5760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the AI thousands of labelled photos: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"Cat", "Dog", "Car", "Flower"...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834640" y="2386584"/>
            <a:ext cx="6035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834640" y="2386584"/>
            <a:ext cx="64008" cy="1188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944368" y="2478024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944368" y="247802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2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041648" y="2441448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❌ ➜ ✅  Make mistakes &amp; correct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2971800" y="2880360"/>
            <a:ext cx="5760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guesses wrong → told the right answer → adjusts its rules. Repeat!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834640" y="3694176"/>
            <a:ext cx="6035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834640" y="3694176"/>
            <a:ext cx="64008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944368" y="3785616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944368" y="37856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3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041648" y="374904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🏆  Test on NEW images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2971800" y="4187952"/>
            <a:ext cx="5760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photos it has NEVER seen. If accuracy is high → it has learned!</a:t>
            </a:r>
            <a:endParaRPr lang="en-US" sz="120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097280"/>
            <a:ext cx="914400" cy="914400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>
                <a:alpha val="1200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Before training: 10% accuracy   →   After training on 10,000 images: 95%+ accuracy! 🚀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4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822960"/>
            <a:ext cx="3200400" cy="3200400"/>
          </a:xfrm>
          <a:prstGeom prst="ellipse">
            <a:avLst/>
          </a:prstGeom>
          <a:solidFill>
            <a:srgbClr val="0D9488">
              <a:alpha val="22000"/>
            </a:srgbClr>
          </a:solidFill>
          <a:ln w="12700">
            <a:solidFill>
              <a:srgbClr val="0D9488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017520"/>
            <a:ext cx="2926080" cy="2926080"/>
          </a:xfrm>
          <a:prstGeom prst="ellipse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0" y="3474720"/>
            <a:ext cx="2011680" cy="201168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Activity Time!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 your own image classifier!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1463040"/>
            <a:ext cx="7772400" cy="1042416"/>
          </a:xfrm>
          <a:prstGeom prst="rect">
            <a:avLst/>
          </a:prstGeom>
          <a:solidFill>
            <a:srgbClr val="1A3D3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627632"/>
            <a:ext cx="658368" cy="6583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276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08760" y="1527048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🖥️ Teachable Machine by Google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1901952"/>
            <a:ext cx="6766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teachablemachine.withgoogle.com — train a model to recognise YOUR hand gestures using just your webcam!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2624328"/>
            <a:ext cx="7772400" cy="1042416"/>
          </a:xfrm>
          <a:prstGeom prst="rect">
            <a:avLst/>
          </a:prstGeom>
          <a:solidFill>
            <a:srgbClr val="1A3D38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788920"/>
            <a:ext cx="658368" cy="6583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788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08760" y="2688336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✏️ Draw &amp; Classify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08760" y="3063240"/>
            <a:ext cx="6766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5 animals on paper. Swap with a partner. Can YOU classify them correctly in under 10 seconds? Compare with Quick, Draw! (AI).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3785616"/>
            <a:ext cx="7772400" cy="1042416"/>
          </a:xfrm>
          <a:prstGeom prst="rect">
            <a:avLst/>
          </a:prstGeom>
          <a:solidFill>
            <a:srgbClr val="1A3D38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950208"/>
            <a:ext cx="658368" cy="6583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9502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508760" y="3849624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🤔 Spot the Difference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08760" y="4224528"/>
            <a:ext cx="6766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two similar photos. List 3 visual features that tell them apart — those are the FEATURES the AI learns!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F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AI for Kids – Day 2  |  Classify the world around you! 📷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447</Words>
  <Application>Microsoft Office PowerPoint</Application>
  <PresentationFormat>On-screen Show (16:9)</PresentationFormat>
  <Paragraphs>82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Teaching Machines: Image Classification - Day 2</dc:title>
  <dc:subject>PptxGenJS Presentation</dc:subject>
  <dc:creator>PptxGenJS</dc:creator>
  <cp:lastModifiedBy>JAGADISH JEEVAN SAI</cp:lastModifiedBy>
  <cp:revision>2</cp:revision>
  <dcterms:created xsi:type="dcterms:W3CDTF">2026-04-22T09:11:59Z</dcterms:created>
  <dcterms:modified xsi:type="dcterms:W3CDTF">2026-04-22T09:15:40Z</dcterms:modified>
</cp:coreProperties>
</file>