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82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0" b="1" i="0">
                <a:solidFill>
                  <a:srgbClr val="29292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0" b="1" i="0">
                <a:solidFill>
                  <a:srgbClr val="29292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448" y="52437"/>
            <a:ext cx="4857749" cy="485774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7905" y="5235922"/>
            <a:ext cx="4800599" cy="4800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0" b="1" i="0">
                <a:solidFill>
                  <a:srgbClr val="29292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0" b="1" i="0">
                <a:solidFill>
                  <a:srgbClr val="29292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987488"/>
            <a:ext cx="9910445" cy="3092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0" b="1" i="0">
                <a:solidFill>
                  <a:srgbClr val="29292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4880633"/>
            <a:ext cx="9296400" cy="3103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665499" y="0"/>
            <a:ext cx="5916295" cy="10287000"/>
            <a:chOff x="12372242" y="0"/>
            <a:chExt cx="5916295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72242" y="0"/>
              <a:ext cx="5915756" cy="511627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94879" y="5101217"/>
              <a:ext cx="5093120" cy="5185782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016000" y="2259364"/>
            <a:ext cx="10654665" cy="16008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300" dirty="0">
                <a:solidFill>
                  <a:srgbClr val="000000"/>
                </a:solidFill>
              </a:rPr>
              <a:t>Day</a:t>
            </a:r>
            <a:r>
              <a:rPr sz="10300" spc="-585" dirty="0">
                <a:solidFill>
                  <a:srgbClr val="000000"/>
                </a:solidFill>
              </a:rPr>
              <a:t> </a:t>
            </a:r>
            <a:r>
              <a:rPr sz="10300" spc="-509" dirty="0">
                <a:solidFill>
                  <a:srgbClr val="000000"/>
                </a:solidFill>
              </a:rPr>
              <a:t>3:</a:t>
            </a:r>
            <a:r>
              <a:rPr sz="10300" spc="-250" dirty="0">
                <a:solidFill>
                  <a:srgbClr val="000000"/>
                </a:solidFill>
              </a:rPr>
              <a:t> </a:t>
            </a:r>
            <a:r>
              <a:rPr sz="10300" spc="-1530" dirty="0">
                <a:solidFill>
                  <a:srgbClr val="000000"/>
                </a:solidFill>
              </a:rPr>
              <a:t>T</a:t>
            </a:r>
            <a:r>
              <a:rPr sz="10300" spc="-110" dirty="0">
                <a:solidFill>
                  <a:srgbClr val="000000"/>
                </a:solidFill>
              </a:rPr>
              <a:t>a</a:t>
            </a:r>
            <a:r>
              <a:rPr sz="10300" spc="-105" dirty="0">
                <a:solidFill>
                  <a:srgbClr val="000000"/>
                </a:solidFill>
              </a:rPr>
              <a:t>l</a:t>
            </a:r>
            <a:r>
              <a:rPr sz="10300" spc="-110" dirty="0">
                <a:solidFill>
                  <a:srgbClr val="000000"/>
                </a:solidFill>
              </a:rPr>
              <a:t>kin</a:t>
            </a:r>
            <a:r>
              <a:rPr sz="10300" spc="-100" dirty="0">
                <a:solidFill>
                  <a:srgbClr val="000000"/>
                </a:solidFill>
              </a:rPr>
              <a:t>g</a:t>
            </a:r>
            <a:r>
              <a:rPr sz="10300" spc="-405" dirty="0">
                <a:solidFill>
                  <a:srgbClr val="000000"/>
                </a:solidFill>
              </a:rPr>
              <a:t> </a:t>
            </a:r>
            <a:r>
              <a:rPr sz="10300" spc="-25" dirty="0">
                <a:solidFill>
                  <a:srgbClr val="000000"/>
                </a:solidFill>
              </a:rPr>
              <a:t>to</a:t>
            </a:r>
            <a:endParaRPr sz="10300"/>
          </a:p>
        </p:txBody>
      </p:sp>
      <p:sp>
        <p:nvSpPr>
          <p:cNvPr id="6" name="object 6"/>
          <p:cNvSpPr txBox="1"/>
          <p:nvPr/>
        </p:nvSpPr>
        <p:spPr>
          <a:xfrm>
            <a:off x="1016000" y="3383314"/>
            <a:ext cx="8379459" cy="16008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300" b="1" spc="85" dirty="0">
                <a:latin typeface="Tahoma"/>
                <a:cs typeface="Tahoma"/>
              </a:rPr>
              <a:t>Computers</a:t>
            </a:r>
            <a:r>
              <a:rPr sz="10300" b="1" spc="-250" dirty="0">
                <a:latin typeface="Tahoma"/>
                <a:cs typeface="Tahoma"/>
              </a:rPr>
              <a:t> </a:t>
            </a:r>
            <a:r>
              <a:rPr sz="10300" b="1" spc="-1035" dirty="0">
                <a:latin typeface="Tahoma"/>
                <a:cs typeface="Tahoma"/>
              </a:rPr>
              <a:t>–</a:t>
            </a:r>
            <a:endParaRPr sz="103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6000" y="4507264"/>
            <a:ext cx="11504930" cy="16008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300" b="1" spc="-170" dirty="0">
                <a:latin typeface="Tahoma"/>
                <a:cs typeface="Tahoma"/>
              </a:rPr>
              <a:t>Natural</a:t>
            </a:r>
            <a:r>
              <a:rPr sz="10300" b="1" spc="-550" dirty="0">
                <a:latin typeface="Tahoma"/>
                <a:cs typeface="Tahoma"/>
              </a:rPr>
              <a:t> </a:t>
            </a:r>
            <a:r>
              <a:rPr sz="10300" b="1" spc="-10" dirty="0">
                <a:latin typeface="Tahoma"/>
                <a:cs typeface="Tahoma"/>
              </a:rPr>
              <a:t>Language</a:t>
            </a:r>
            <a:endParaRPr sz="103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6000" y="4880633"/>
            <a:ext cx="9296400" cy="3103880"/>
          </a:xfrm>
          <a:prstGeom prst="rect">
            <a:avLst/>
          </a:prstGeom>
        </p:spPr>
        <p:txBody>
          <a:bodyPr vert="horz" wrap="square" lIns="0" tIns="767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40"/>
              </a:spcBef>
            </a:pPr>
            <a:r>
              <a:rPr sz="10300" b="1" spc="170" dirty="0">
                <a:latin typeface="Tahoma"/>
                <a:cs typeface="Tahoma"/>
              </a:rPr>
              <a:t>Processing</a:t>
            </a:r>
            <a:endParaRPr sz="10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3350" dirty="0">
                <a:latin typeface="Verdana"/>
                <a:cs typeface="Verdana"/>
              </a:rPr>
              <a:t>How</a:t>
            </a:r>
            <a:r>
              <a:rPr sz="3350" spc="-220" dirty="0">
                <a:latin typeface="Verdana"/>
                <a:cs typeface="Verdana"/>
              </a:rPr>
              <a:t> </a:t>
            </a:r>
            <a:r>
              <a:rPr sz="3350" dirty="0">
                <a:latin typeface="Verdana"/>
                <a:cs typeface="Verdana"/>
              </a:rPr>
              <a:t>do</a:t>
            </a:r>
            <a:r>
              <a:rPr sz="3350" spc="-215" dirty="0">
                <a:latin typeface="Verdana"/>
                <a:cs typeface="Verdana"/>
              </a:rPr>
              <a:t> </a:t>
            </a:r>
            <a:r>
              <a:rPr sz="3350" spc="-35" dirty="0">
                <a:latin typeface="Verdana"/>
                <a:cs typeface="Verdana"/>
              </a:rPr>
              <a:t>computers</a:t>
            </a:r>
            <a:r>
              <a:rPr sz="3350" spc="-220" dirty="0">
                <a:latin typeface="Verdana"/>
                <a:cs typeface="Verdana"/>
              </a:rPr>
              <a:t> </a:t>
            </a:r>
            <a:r>
              <a:rPr sz="3350" spc="-100" dirty="0">
                <a:latin typeface="Verdana"/>
                <a:cs typeface="Verdana"/>
              </a:rPr>
              <a:t>understand</a:t>
            </a:r>
            <a:r>
              <a:rPr sz="3350" spc="-215" dirty="0">
                <a:latin typeface="Verdana"/>
                <a:cs typeface="Verdana"/>
              </a:rPr>
              <a:t> </a:t>
            </a:r>
            <a:r>
              <a:rPr sz="3350" spc="-120" dirty="0">
                <a:latin typeface="Verdana"/>
                <a:cs typeface="Verdana"/>
              </a:rPr>
              <a:t>what</a:t>
            </a:r>
            <a:r>
              <a:rPr sz="3350" spc="-220" dirty="0">
                <a:latin typeface="Verdana"/>
                <a:cs typeface="Verdana"/>
              </a:rPr>
              <a:t> </a:t>
            </a:r>
            <a:r>
              <a:rPr sz="3350" dirty="0">
                <a:latin typeface="Verdana"/>
                <a:cs typeface="Verdana"/>
              </a:rPr>
              <a:t>we</a:t>
            </a:r>
            <a:r>
              <a:rPr sz="3350" spc="-215" dirty="0">
                <a:latin typeface="Verdana"/>
                <a:cs typeface="Verdana"/>
              </a:rPr>
              <a:t> </a:t>
            </a:r>
            <a:r>
              <a:rPr sz="3350" spc="-20" dirty="0">
                <a:latin typeface="Verdana"/>
                <a:cs typeface="Verdana"/>
              </a:rPr>
              <a:t>say?</a:t>
            </a:r>
            <a:endParaRPr sz="3350">
              <a:latin typeface="Verdana"/>
              <a:cs typeface="Verdana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771120" y="46750"/>
            <a:ext cx="5516880" cy="10150475"/>
            <a:chOff x="12771171" y="61740"/>
            <a:chExt cx="5516880" cy="101504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71171" y="61740"/>
              <a:ext cx="5516827" cy="52482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58820" y="5078241"/>
              <a:ext cx="5229178" cy="5133974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380787" y="5121988"/>
            <a:ext cx="5955030" cy="39096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50" spc="-35" dirty="0">
                <a:solidFill>
                  <a:srgbClr val="292929"/>
                </a:solidFill>
                <a:latin typeface="Verdana"/>
                <a:cs typeface="Verdana"/>
              </a:rPr>
              <a:t>Computers</a:t>
            </a:r>
            <a:r>
              <a:rPr sz="3050" spc="-20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050" spc="-35" dirty="0">
                <a:solidFill>
                  <a:srgbClr val="292929"/>
                </a:solidFill>
                <a:latin typeface="Verdana"/>
                <a:cs typeface="Verdana"/>
              </a:rPr>
              <a:t>Can</a:t>
            </a:r>
            <a:r>
              <a:rPr sz="3050" spc="-20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050" spc="-65" dirty="0">
                <a:solidFill>
                  <a:srgbClr val="292929"/>
                </a:solidFill>
                <a:latin typeface="Verdana"/>
                <a:cs typeface="Verdana"/>
              </a:rPr>
              <a:t>Understand</a:t>
            </a:r>
            <a:r>
              <a:rPr sz="3050" spc="-20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050" spc="-25" dirty="0">
                <a:solidFill>
                  <a:srgbClr val="292929"/>
                </a:solidFill>
                <a:latin typeface="Verdana"/>
                <a:cs typeface="Verdana"/>
              </a:rPr>
              <a:t>Us!</a:t>
            </a:r>
            <a:endParaRPr sz="3050">
              <a:latin typeface="Verdana"/>
              <a:cs typeface="Verdana"/>
            </a:endParaRPr>
          </a:p>
          <a:p>
            <a:pPr marL="12700" marR="5080">
              <a:lnSpc>
                <a:spcPct val="116100"/>
              </a:lnSpc>
              <a:spcBef>
                <a:spcPts val="2555"/>
              </a:spcBef>
            </a:pPr>
            <a:r>
              <a:rPr sz="2100" spc="-20" dirty="0">
                <a:solidFill>
                  <a:srgbClr val="292929"/>
                </a:solidFill>
                <a:latin typeface="Verdana"/>
                <a:cs typeface="Verdana"/>
              </a:rPr>
              <a:t>NLP</a:t>
            </a:r>
            <a:r>
              <a:rPr sz="2100" spc="-13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29"/>
                </a:solidFill>
                <a:latin typeface="Verdana"/>
                <a:cs typeface="Verdana"/>
              </a:rPr>
              <a:t>helps</a:t>
            </a:r>
            <a:r>
              <a:rPr sz="2100" spc="-13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2100" spc="-30" dirty="0">
                <a:solidFill>
                  <a:srgbClr val="292929"/>
                </a:solidFill>
                <a:latin typeface="Verdana"/>
                <a:cs typeface="Verdana"/>
              </a:rPr>
              <a:t>computers</a:t>
            </a:r>
            <a:r>
              <a:rPr sz="2100" spc="-13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2100" spc="-65" dirty="0">
                <a:solidFill>
                  <a:srgbClr val="292929"/>
                </a:solidFill>
                <a:latin typeface="Verdana"/>
                <a:cs typeface="Verdana"/>
              </a:rPr>
              <a:t>understand</a:t>
            </a:r>
            <a:r>
              <a:rPr sz="2100" spc="-13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29"/>
                </a:solidFill>
                <a:latin typeface="Verdana"/>
                <a:cs typeface="Verdana"/>
              </a:rPr>
              <a:t>human </a:t>
            </a:r>
            <a:r>
              <a:rPr sz="2100" spc="-45" dirty="0">
                <a:solidFill>
                  <a:srgbClr val="292929"/>
                </a:solidFill>
                <a:latin typeface="Verdana"/>
                <a:cs typeface="Verdana"/>
              </a:rPr>
              <a:t>language</a:t>
            </a:r>
            <a:r>
              <a:rPr sz="2100" spc="-14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2100" spc="-210" dirty="0">
                <a:solidFill>
                  <a:srgbClr val="292929"/>
                </a:solidFill>
                <a:latin typeface="Verdana"/>
                <a:cs typeface="Verdana"/>
              </a:rPr>
              <a:t>–</a:t>
            </a:r>
            <a:r>
              <a:rPr sz="2100" spc="-14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2100" spc="-60" dirty="0">
                <a:solidFill>
                  <a:srgbClr val="292929"/>
                </a:solidFill>
                <a:latin typeface="Verdana"/>
                <a:cs typeface="Verdana"/>
              </a:rPr>
              <a:t>like</a:t>
            </a:r>
            <a:r>
              <a:rPr sz="2100" spc="-14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2100" spc="-55" dirty="0">
                <a:solidFill>
                  <a:srgbClr val="292929"/>
                </a:solidFill>
                <a:latin typeface="Verdana"/>
                <a:cs typeface="Verdana"/>
              </a:rPr>
              <a:t>the</a:t>
            </a:r>
            <a:r>
              <a:rPr sz="2100" spc="-14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29"/>
                </a:solidFill>
                <a:latin typeface="Verdana"/>
                <a:cs typeface="Verdana"/>
              </a:rPr>
              <a:t>words</a:t>
            </a:r>
            <a:r>
              <a:rPr sz="2100" spc="-14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29"/>
                </a:solidFill>
                <a:latin typeface="Verdana"/>
                <a:cs typeface="Verdana"/>
              </a:rPr>
              <a:t>we</a:t>
            </a:r>
            <a:r>
              <a:rPr sz="2100" spc="-14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29"/>
                </a:solidFill>
                <a:latin typeface="Verdana"/>
                <a:cs typeface="Verdana"/>
              </a:rPr>
              <a:t>speak</a:t>
            </a:r>
            <a:r>
              <a:rPr sz="2100" spc="-13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2100" spc="-60" dirty="0">
                <a:solidFill>
                  <a:srgbClr val="292929"/>
                </a:solidFill>
                <a:latin typeface="Verdana"/>
                <a:cs typeface="Verdana"/>
              </a:rPr>
              <a:t>and</a:t>
            </a:r>
            <a:r>
              <a:rPr sz="2100" spc="-14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2100" spc="-65" dirty="0">
                <a:solidFill>
                  <a:srgbClr val="292929"/>
                </a:solidFill>
                <a:latin typeface="Verdana"/>
                <a:cs typeface="Verdana"/>
              </a:rPr>
              <a:t>write!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2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3050" spc="-100" dirty="0">
                <a:solidFill>
                  <a:srgbClr val="292929"/>
                </a:solidFill>
                <a:latin typeface="Verdana"/>
                <a:cs typeface="Verdana"/>
              </a:rPr>
              <a:t>You</a:t>
            </a:r>
            <a:r>
              <a:rPr sz="3050" spc="-18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050" spc="-45" dirty="0">
                <a:solidFill>
                  <a:srgbClr val="292929"/>
                </a:solidFill>
                <a:latin typeface="Verdana"/>
                <a:cs typeface="Verdana"/>
              </a:rPr>
              <a:t>Already</a:t>
            </a:r>
            <a:r>
              <a:rPr sz="3050" spc="-17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050" dirty="0">
                <a:solidFill>
                  <a:srgbClr val="292929"/>
                </a:solidFill>
                <a:latin typeface="Verdana"/>
                <a:cs typeface="Verdana"/>
              </a:rPr>
              <a:t>Use</a:t>
            </a:r>
            <a:r>
              <a:rPr sz="3050" spc="-17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050" spc="-315" dirty="0">
                <a:solidFill>
                  <a:srgbClr val="292929"/>
                </a:solidFill>
                <a:latin typeface="Verdana"/>
                <a:cs typeface="Verdana"/>
              </a:rPr>
              <a:t>It</a:t>
            </a:r>
            <a:r>
              <a:rPr sz="3050" spc="-17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050" spc="-130" dirty="0">
                <a:solidFill>
                  <a:srgbClr val="292929"/>
                </a:solidFill>
                <a:latin typeface="Verdana"/>
                <a:cs typeface="Verdana"/>
              </a:rPr>
              <a:t>Every</a:t>
            </a:r>
            <a:r>
              <a:rPr sz="3050" spc="-17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050" spc="-20" dirty="0">
                <a:solidFill>
                  <a:srgbClr val="292929"/>
                </a:solidFill>
                <a:latin typeface="Verdana"/>
                <a:cs typeface="Verdana"/>
              </a:rPr>
              <a:t>Day!</a:t>
            </a:r>
            <a:endParaRPr sz="3050">
              <a:latin typeface="Verdana"/>
              <a:cs typeface="Verdana"/>
            </a:endParaRPr>
          </a:p>
          <a:p>
            <a:pPr marL="12700" marR="490220">
              <a:lnSpc>
                <a:spcPct val="116100"/>
              </a:lnSpc>
              <a:spcBef>
                <a:spcPts val="2555"/>
              </a:spcBef>
            </a:pPr>
            <a:r>
              <a:rPr sz="2100" dirty="0">
                <a:solidFill>
                  <a:srgbClr val="292929"/>
                </a:solidFill>
                <a:latin typeface="Verdana"/>
                <a:cs typeface="Verdana"/>
              </a:rPr>
              <a:t>When</a:t>
            </a:r>
            <a:r>
              <a:rPr sz="2100" spc="-14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2100" spc="-65" dirty="0">
                <a:solidFill>
                  <a:srgbClr val="292929"/>
                </a:solidFill>
                <a:latin typeface="Verdana"/>
                <a:cs typeface="Verdana"/>
              </a:rPr>
              <a:t>you</a:t>
            </a:r>
            <a:r>
              <a:rPr sz="2100" spc="-14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2100" spc="-90" dirty="0">
                <a:solidFill>
                  <a:srgbClr val="292929"/>
                </a:solidFill>
                <a:latin typeface="Verdana"/>
                <a:cs typeface="Verdana"/>
              </a:rPr>
              <a:t>talk,</a:t>
            </a:r>
            <a:r>
              <a:rPr sz="2100" spc="-14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292929"/>
                </a:solidFill>
                <a:latin typeface="Verdana"/>
                <a:cs typeface="Verdana"/>
              </a:rPr>
              <a:t>text,</a:t>
            </a:r>
            <a:r>
              <a:rPr sz="2100" spc="-14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2100" spc="-55" dirty="0">
                <a:solidFill>
                  <a:srgbClr val="292929"/>
                </a:solidFill>
                <a:latin typeface="Verdana"/>
                <a:cs typeface="Verdana"/>
              </a:rPr>
              <a:t>or</a:t>
            </a:r>
            <a:r>
              <a:rPr sz="2100" spc="-14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2100" spc="-40" dirty="0">
                <a:solidFill>
                  <a:srgbClr val="292929"/>
                </a:solidFill>
                <a:latin typeface="Verdana"/>
                <a:cs typeface="Verdana"/>
              </a:rPr>
              <a:t>ask</a:t>
            </a:r>
            <a:r>
              <a:rPr sz="2100" spc="-14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2100" spc="-30" dirty="0">
                <a:solidFill>
                  <a:srgbClr val="292929"/>
                </a:solidFill>
                <a:latin typeface="Verdana"/>
                <a:cs typeface="Verdana"/>
              </a:rPr>
              <a:t>questions</a:t>
            </a:r>
            <a:r>
              <a:rPr sz="2100" spc="-14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292929"/>
                </a:solidFill>
                <a:latin typeface="Verdana"/>
                <a:cs typeface="Verdana"/>
              </a:rPr>
              <a:t>– </a:t>
            </a:r>
            <a:r>
              <a:rPr sz="2100" spc="-30" dirty="0">
                <a:solidFill>
                  <a:srgbClr val="292929"/>
                </a:solidFill>
                <a:latin typeface="Verdana"/>
                <a:cs typeface="Verdana"/>
              </a:rPr>
              <a:t>computers</a:t>
            </a:r>
            <a:r>
              <a:rPr sz="2100" spc="-13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2100" spc="-65" dirty="0">
                <a:solidFill>
                  <a:srgbClr val="292929"/>
                </a:solidFill>
                <a:latin typeface="Verdana"/>
                <a:cs typeface="Verdana"/>
              </a:rPr>
              <a:t>are</a:t>
            </a:r>
            <a:r>
              <a:rPr sz="2100" spc="-12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2100" spc="-75" dirty="0">
                <a:solidFill>
                  <a:srgbClr val="292929"/>
                </a:solidFill>
                <a:latin typeface="Verdana"/>
                <a:cs typeface="Verdana"/>
              </a:rPr>
              <a:t>learning</a:t>
            </a:r>
            <a:r>
              <a:rPr sz="2100" spc="-13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2100" spc="-30" dirty="0">
                <a:solidFill>
                  <a:srgbClr val="292929"/>
                </a:solidFill>
                <a:latin typeface="Verdana"/>
                <a:cs typeface="Verdana"/>
              </a:rPr>
              <a:t>to</a:t>
            </a:r>
            <a:r>
              <a:rPr sz="2100" spc="-12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2100" spc="-65" dirty="0">
                <a:solidFill>
                  <a:srgbClr val="292929"/>
                </a:solidFill>
                <a:latin typeface="Verdana"/>
                <a:cs typeface="Verdana"/>
              </a:rPr>
              <a:t>understand</a:t>
            </a:r>
            <a:r>
              <a:rPr sz="2100" spc="-12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2100" spc="-60" dirty="0">
                <a:solidFill>
                  <a:srgbClr val="292929"/>
                </a:solidFill>
                <a:latin typeface="Verdana"/>
                <a:cs typeface="Verdana"/>
              </a:rPr>
              <a:t>you!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380787" y="992640"/>
            <a:ext cx="10057765" cy="3594100"/>
          </a:xfrm>
          <a:prstGeom prst="rect">
            <a:avLst/>
          </a:prstGeom>
        </p:spPr>
        <p:txBody>
          <a:bodyPr vert="horz" wrap="square" lIns="0" tIns="237490" rIns="0" bIns="0" rtlCol="0">
            <a:spAutoFit/>
          </a:bodyPr>
          <a:lstStyle/>
          <a:p>
            <a:pPr marL="12700" marR="5080">
              <a:lnSpc>
                <a:spcPts val="8770"/>
              </a:lnSpc>
              <a:spcBef>
                <a:spcPts val="1870"/>
              </a:spcBef>
            </a:pPr>
            <a:r>
              <a:rPr sz="8750" dirty="0"/>
              <a:t>What</a:t>
            </a:r>
            <a:r>
              <a:rPr sz="8750" spc="-195" dirty="0"/>
              <a:t> </a:t>
            </a:r>
            <a:r>
              <a:rPr sz="8750" spc="65" dirty="0"/>
              <a:t>is</a:t>
            </a:r>
            <a:r>
              <a:rPr sz="8750" spc="-195" dirty="0"/>
              <a:t> </a:t>
            </a:r>
            <a:r>
              <a:rPr sz="8750" spc="-10" dirty="0"/>
              <a:t>Natural Language </a:t>
            </a:r>
            <a:r>
              <a:rPr sz="8750" spc="155" dirty="0"/>
              <a:t>Processing</a:t>
            </a:r>
            <a:r>
              <a:rPr sz="8750" spc="-170" dirty="0"/>
              <a:t> </a:t>
            </a:r>
            <a:r>
              <a:rPr sz="8750" spc="-565" dirty="0"/>
              <a:t>(NLP)?</a:t>
            </a:r>
            <a:endParaRPr sz="87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92589" y="989603"/>
            <a:ext cx="11012805" cy="2813685"/>
          </a:xfrm>
          <a:prstGeom prst="rect">
            <a:avLst/>
          </a:prstGeom>
        </p:spPr>
        <p:txBody>
          <a:bodyPr vert="horz" wrap="square" lIns="0" tIns="266065" rIns="0" bIns="0" rtlCol="0">
            <a:spAutoFit/>
          </a:bodyPr>
          <a:lstStyle/>
          <a:p>
            <a:pPr marL="12700" marR="5080">
              <a:lnSpc>
                <a:spcPts val="9980"/>
              </a:lnSpc>
              <a:spcBef>
                <a:spcPts val="2095"/>
              </a:spcBef>
            </a:pPr>
            <a:r>
              <a:rPr sz="9950" spc="425" dirty="0"/>
              <a:t>Cool</a:t>
            </a:r>
            <a:r>
              <a:rPr sz="9950" spc="-229" dirty="0"/>
              <a:t> </a:t>
            </a:r>
            <a:r>
              <a:rPr sz="9950" spc="-10" dirty="0"/>
              <a:t>Examples </a:t>
            </a:r>
            <a:r>
              <a:rPr sz="9950" spc="75" dirty="0"/>
              <a:t>of</a:t>
            </a:r>
            <a:r>
              <a:rPr sz="9950" spc="-375" dirty="0"/>
              <a:t> </a:t>
            </a:r>
            <a:r>
              <a:rPr sz="9950" dirty="0"/>
              <a:t>NLP</a:t>
            </a:r>
            <a:r>
              <a:rPr sz="9950" spc="-370" dirty="0"/>
              <a:t> </a:t>
            </a:r>
            <a:r>
              <a:rPr sz="9950" spc="-1105" dirty="0"/>
              <a:t>Y</a:t>
            </a:r>
            <a:r>
              <a:rPr sz="9950" spc="65" dirty="0"/>
              <a:t>o</a:t>
            </a:r>
            <a:r>
              <a:rPr sz="9950" spc="70" dirty="0"/>
              <a:t>u</a:t>
            </a:r>
            <a:r>
              <a:rPr sz="9950" spc="-370" dirty="0"/>
              <a:t> </a:t>
            </a:r>
            <a:r>
              <a:rPr sz="9950" spc="-300" dirty="0"/>
              <a:t>Know!</a:t>
            </a:r>
            <a:endParaRPr sz="9950"/>
          </a:p>
        </p:txBody>
      </p:sp>
      <p:sp>
        <p:nvSpPr>
          <p:cNvPr id="3" name="object 3"/>
          <p:cNvSpPr txBox="1"/>
          <p:nvPr/>
        </p:nvSpPr>
        <p:spPr>
          <a:xfrm>
            <a:off x="6592589" y="4826528"/>
            <a:ext cx="4515485" cy="13112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150" spc="-30" dirty="0">
                <a:solidFill>
                  <a:srgbClr val="292929"/>
                </a:solidFill>
                <a:latin typeface="Verdana"/>
                <a:cs typeface="Verdana"/>
              </a:rPr>
              <a:t>Hey</a:t>
            </a:r>
            <a:r>
              <a:rPr sz="3150" spc="-22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150" spc="-200" dirty="0">
                <a:solidFill>
                  <a:srgbClr val="292929"/>
                </a:solidFill>
                <a:latin typeface="Verdana"/>
                <a:cs typeface="Verdana"/>
              </a:rPr>
              <a:t>Siri!</a:t>
            </a:r>
            <a:r>
              <a:rPr sz="3150" spc="-21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150" spc="-30" dirty="0">
                <a:solidFill>
                  <a:srgbClr val="292929"/>
                </a:solidFill>
                <a:latin typeface="Verdana"/>
                <a:cs typeface="Verdana"/>
              </a:rPr>
              <a:t>Hey</a:t>
            </a:r>
            <a:r>
              <a:rPr sz="3150" spc="-21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150" spc="-10" dirty="0">
                <a:solidFill>
                  <a:srgbClr val="292929"/>
                </a:solidFill>
                <a:latin typeface="Verdana"/>
                <a:cs typeface="Verdana"/>
              </a:rPr>
              <a:t>Alexa!</a:t>
            </a:r>
            <a:endParaRPr sz="3150">
              <a:latin typeface="Verdana"/>
              <a:cs typeface="Verdana"/>
            </a:endParaRPr>
          </a:p>
          <a:p>
            <a:pPr marL="12700" marR="5080">
              <a:lnSpc>
                <a:spcPct val="114599"/>
              </a:lnSpc>
              <a:spcBef>
                <a:spcPts val="1355"/>
              </a:spcBef>
            </a:pPr>
            <a:r>
              <a:rPr sz="1800" dirty="0">
                <a:solidFill>
                  <a:srgbClr val="292929"/>
                </a:solidFill>
                <a:latin typeface="Verdana"/>
                <a:cs typeface="Verdana"/>
              </a:rPr>
              <a:t>Voice</a:t>
            </a:r>
            <a:r>
              <a:rPr sz="1800" spc="-9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Verdana"/>
                <a:cs typeface="Verdana"/>
              </a:rPr>
              <a:t>assistants</a:t>
            </a:r>
            <a:r>
              <a:rPr sz="1800" spc="-9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292929"/>
                </a:solidFill>
                <a:latin typeface="Verdana"/>
                <a:cs typeface="Verdana"/>
              </a:rPr>
              <a:t>listen</a:t>
            </a:r>
            <a:r>
              <a:rPr sz="1800" spc="-9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29"/>
                </a:solidFill>
                <a:latin typeface="Verdana"/>
                <a:cs typeface="Verdana"/>
              </a:rPr>
              <a:t>to</a:t>
            </a:r>
            <a:r>
              <a:rPr sz="1800" spc="-9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292929"/>
                </a:solidFill>
                <a:latin typeface="Verdana"/>
                <a:cs typeface="Verdana"/>
              </a:rPr>
              <a:t>your</a:t>
            </a:r>
            <a:r>
              <a:rPr sz="1800" spc="-9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Verdana"/>
                <a:cs typeface="Verdana"/>
              </a:rPr>
              <a:t>questions </a:t>
            </a:r>
            <a:r>
              <a:rPr sz="1800" spc="-45" dirty="0">
                <a:solidFill>
                  <a:srgbClr val="292929"/>
                </a:solidFill>
                <a:latin typeface="Verdana"/>
                <a:cs typeface="Verdana"/>
              </a:rPr>
              <a:t>and</a:t>
            </a:r>
            <a:r>
              <a:rPr sz="1800" spc="-12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292929"/>
                </a:solidFill>
                <a:latin typeface="Verdana"/>
                <a:cs typeface="Verdana"/>
              </a:rPr>
              <a:t>find</a:t>
            </a:r>
            <a:r>
              <a:rPr sz="18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Verdana"/>
                <a:cs typeface="Verdana"/>
              </a:rPr>
              <a:t>answers</a:t>
            </a:r>
            <a:r>
              <a:rPr sz="18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170" dirty="0">
                <a:solidFill>
                  <a:srgbClr val="292929"/>
                </a:solidFill>
                <a:latin typeface="Verdana"/>
                <a:cs typeface="Verdana"/>
              </a:rPr>
              <a:t>–</a:t>
            </a:r>
            <a:r>
              <a:rPr sz="18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292929"/>
                </a:solidFill>
                <a:latin typeface="Verdana"/>
                <a:cs typeface="Verdana"/>
              </a:rPr>
              <a:t>that's</a:t>
            </a:r>
            <a:r>
              <a:rPr sz="18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Verdana"/>
                <a:cs typeface="Verdana"/>
              </a:rPr>
              <a:t>NLP</a:t>
            </a:r>
            <a:r>
              <a:rPr sz="18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292929"/>
                </a:solidFill>
                <a:latin typeface="Verdana"/>
                <a:cs typeface="Verdana"/>
              </a:rPr>
              <a:t>in</a:t>
            </a:r>
            <a:r>
              <a:rPr sz="18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Verdana"/>
                <a:cs typeface="Verdana"/>
              </a:rPr>
              <a:t>action!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69489" y="4826528"/>
            <a:ext cx="4371340" cy="13112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150" spc="-20" dirty="0">
                <a:solidFill>
                  <a:srgbClr val="292929"/>
                </a:solidFill>
                <a:latin typeface="Verdana"/>
                <a:cs typeface="Verdana"/>
              </a:rPr>
              <a:t>Chatbot</a:t>
            </a:r>
            <a:r>
              <a:rPr sz="3150" spc="-24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150" spc="-10" dirty="0">
                <a:solidFill>
                  <a:srgbClr val="292929"/>
                </a:solidFill>
                <a:latin typeface="Verdana"/>
                <a:cs typeface="Verdana"/>
              </a:rPr>
              <a:t>Helpers</a:t>
            </a:r>
            <a:endParaRPr sz="3150">
              <a:latin typeface="Verdana"/>
              <a:cs typeface="Verdana"/>
            </a:endParaRPr>
          </a:p>
          <a:p>
            <a:pPr marL="12700" marR="5080">
              <a:lnSpc>
                <a:spcPct val="114599"/>
              </a:lnSpc>
              <a:spcBef>
                <a:spcPts val="1355"/>
              </a:spcBef>
            </a:pPr>
            <a:r>
              <a:rPr sz="1800" spc="-10" dirty="0">
                <a:solidFill>
                  <a:srgbClr val="292929"/>
                </a:solidFill>
                <a:latin typeface="Verdana"/>
                <a:cs typeface="Verdana"/>
              </a:rPr>
              <a:t>Chatbots</a:t>
            </a:r>
            <a:r>
              <a:rPr sz="18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29"/>
                </a:solidFill>
                <a:latin typeface="Verdana"/>
                <a:cs typeface="Verdana"/>
              </a:rPr>
              <a:t>can</a:t>
            </a:r>
            <a:r>
              <a:rPr sz="18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29"/>
                </a:solidFill>
                <a:latin typeface="Verdana"/>
                <a:cs typeface="Verdana"/>
              </a:rPr>
              <a:t>help</a:t>
            </a:r>
            <a:r>
              <a:rPr sz="1800" spc="-11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292929"/>
                </a:solidFill>
                <a:latin typeface="Verdana"/>
                <a:cs typeface="Verdana"/>
              </a:rPr>
              <a:t>you</a:t>
            </a:r>
            <a:r>
              <a:rPr sz="18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Verdana"/>
                <a:cs typeface="Verdana"/>
              </a:rPr>
              <a:t>with</a:t>
            </a:r>
            <a:r>
              <a:rPr sz="1800" spc="-11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Verdana"/>
                <a:cs typeface="Verdana"/>
              </a:rPr>
              <a:t>homework, play</a:t>
            </a:r>
            <a:r>
              <a:rPr sz="18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292929"/>
                </a:solidFill>
                <a:latin typeface="Verdana"/>
                <a:cs typeface="Verdana"/>
              </a:rPr>
              <a:t>games,</a:t>
            </a:r>
            <a:r>
              <a:rPr sz="18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Verdana"/>
                <a:cs typeface="Verdana"/>
              </a:rPr>
              <a:t>or</a:t>
            </a:r>
            <a:r>
              <a:rPr sz="18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Verdana"/>
                <a:cs typeface="Verdana"/>
              </a:rPr>
              <a:t>answer</a:t>
            </a:r>
            <a:r>
              <a:rPr sz="18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Verdana"/>
                <a:cs typeface="Verdana"/>
              </a:rPr>
              <a:t>fun</a:t>
            </a:r>
            <a:r>
              <a:rPr sz="18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Verdana"/>
                <a:cs typeface="Verdana"/>
              </a:rPr>
              <a:t>questions!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92589" y="7664977"/>
            <a:ext cx="4443730" cy="13112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150" dirty="0">
                <a:solidFill>
                  <a:srgbClr val="292929"/>
                </a:solidFill>
                <a:latin typeface="Verdana"/>
                <a:cs typeface="Verdana"/>
              </a:rPr>
              <a:t>Autocorrect</a:t>
            </a:r>
            <a:r>
              <a:rPr sz="3150" spc="-24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150" spc="40" dirty="0">
                <a:solidFill>
                  <a:srgbClr val="292929"/>
                </a:solidFill>
                <a:latin typeface="Verdana"/>
                <a:cs typeface="Verdana"/>
              </a:rPr>
              <a:t>Magic</a:t>
            </a:r>
            <a:endParaRPr sz="3150">
              <a:latin typeface="Verdana"/>
              <a:cs typeface="Verdana"/>
            </a:endParaRPr>
          </a:p>
          <a:p>
            <a:pPr marL="12700" marR="5080">
              <a:lnSpc>
                <a:spcPct val="114599"/>
              </a:lnSpc>
              <a:spcBef>
                <a:spcPts val="1355"/>
              </a:spcBef>
            </a:pPr>
            <a:r>
              <a:rPr sz="1800" dirty="0">
                <a:solidFill>
                  <a:srgbClr val="292929"/>
                </a:solidFill>
                <a:latin typeface="Verdana"/>
                <a:cs typeface="Verdana"/>
              </a:rPr>
              <a:t>When</a:t>
            </a:r>
            <a:r>
              <a:rPr sz="1800" spc="-12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292929"/>
                </a:solidFill>
                <a:latin typeface="Verdana"/>
                <a:cs typeface="Verdana"/>
              </a:rPr>
              <a:t>you</a:t>
            </a:r>
            <a:r>
              <a:rPr sz="18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Verdana"/>
                <a:cs typeface="Verdana"/>
              </a:rPr>
              <a:t>type</a:t>
            </a:r>
            <a:r>
              <a:rPr sz="1800" spc="-12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292929"/>
                </a:solidFill>
                <a:latin typeface="Verdana"/>
                <a:cs typeface="Verdana"/>
              </a:rPr>
              <a:t>"teh" </a:t>
            </a:r>
            <a:r>
              <a:rPr sz="1800" spc="-45" dirty="0">
                <a:solidFill>
                  <a:srgbClr val="292929"/>
                </a:solidFill>
                <a:latin typeface="Verdana"/>
                <a:cs typeface="Verdana"/>
              </a:rPr>
              <a:t>and</a:t>
            </a:r>
            <a:r>
              <a:rPr sz="18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292929"/>
                </a:solidFill>
                <a:latin typeface="Verdana"/>
                <a:cs typeface="Verdana"/>
              </a:rPr>
              <a:t>it</a:t>
            </a:r>
            <a:r>
              <a:rPr sz="1800" spc="-12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Verdana"/>
                <a:cs typeface="Verdana"/>
              </a:rPr>
              <a:t>fixes</a:t>
            </a:r>
            <a:r>
              <a:rPr sz="18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29"/>
                </a:solidFill>
                <a:latin typeface="Verdana"/>
                <a:cs typeface="Verdana"/>
              </a:rPr>
              <a:t>to</a:t>
            </a:r>
            <a:r>
              <a:rPr sz="18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292929"/>
                </a:solidFill>
                <a:latin typeface="Verdana"/>
                <a:cs typeface="Verdana"/>
              </a:rPr>
              <a:t>"the" </a:t>
            </a:r>
            <a:r>
              <a:rPr sz="1800" spc="-170" dirty="0">
                <a:solidFill>
                  <a:srgbClr val="292929"/>
                </a:solidFill>
                <a:latin typeface="Verdana"/>
                <a:cs typeface="Verdana"/>
              </a:rPr>
              <a:t>–</a:t>
            </a:r>
            <a:r>
              <a:rPr sz="1800" spc="-12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292929"/>
                </a:solidFill>
                <a:latin typeface="Verdana"/>
                <a:cs typeface="Verdana"/>
              </a:rPr>
              <a:t>that's</a:t>
            </a:r>
            <a:r>
              <a:rPr sz="18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Verdana"/>
                <a:cs typeface="Verdana"/>
              </a:rPr>
              <a:t>NLP</a:t>
            </a:r>
            <a:r>
              <a:rPr sz="18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Verdana"/>
                <a:cs typeface="Verdana"/>
              </a:rPr>
              <a:t>helping</a:t>
            </a:r>
            <a:r>
              <a:rPr sz="1800" spc="-12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292929"/>
                </a:solidFill>
                <a:latin typeface="Verdana"/>
                <a:cs typeface="Verdana"/>
              </a:rPr>
              <a:t>you</a:t>
            </a:r>
            <a:r>
              <a:rPr sz="18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Verdana"/>
                <a:cs typeface="Verdana"/>
              </a:rPr>
              <a:t>spell!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69489" y="7664977"/>
            <a:ext cx="4125595" cy="1625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150" spc="-85" dirty="0">
                <a:solidFill>
                  <a:srgbClr val="292929"/>
                </a:solidFill>
                <a:latin typeface="Verdana"/>
                <a:cs typeface="Verdana"/>
              </a:rPr>
              <a:t>Translation</a:t>
            </a:r>
            <a:r>
              <a:rPr sz="3150" spc="-20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150" spc="35" dirty="0">
                <a:solidFill>
                  <a:srgbClr val="292929"/>
                </a:solidFill>
                <a:latin typeface="Verdana"/>
                <a:cs typeface="Verdana"/>
              </a:rPr>
              <a:t>Apps</a:t>
            </a:r>
            <a:endParaRPr sz="3150">
              <a:latin typeface="Verdana"/>
              <a:cs typeface="Verdana"/>
            </a:endParaRPr>
          </a:p>
          <a:p>
            <a:pPr marL="12700" marR="5080">
              <a:lnSpc>
                <a:spcPct val="114599"/>
              </a:lnSpc>
              <a:spcBef>
                <a:spcPts val="1355"/>
              </a:spcBef>
            </a:pPr>
            <a:r>
              <a:rPr sz="1800" dirty="0">
                <a:solidFill>
                  <a:srgbClr val="292929"/>
                </a:solidFill>
                <a:latin typeface="Verdana"/>
                <a:cs typeface="Verdana"/>
              </a:rPr>
              <a:t>Apps</a:t>
            </a:r>
            <a:r>
              <a:rPr sz="1800" spc="-10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Verdana"/>
                <a:cs typeface="Verdana"/>
              </a:rPr>
              <a:t>that</a:t>
            </a:r>
            <a:r>
              <a:rPr sz="1800" spc="-10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29"/>
                </a:solidFill>
                <a:latin typeface="Verdana"/>
                <a:cs typeface="Verdana"/>
              </a:rPr>
              <a:t>change</a:t>
            </a:r>
            <a:r>
              <a:rPr sz="1800" spc="-9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292929"/>
                </a:solidFill>
                <a:latin typeface="Verdana"/>
                <a:cs typeface="Verdana"/>
              </a:rPr>
              <a:t>"Hello"</a:t>
            </a:r>
            <a:r>
              <a:rPr sz="1800" spc="-10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29"/>
                </a:solidFill>
                <a:latin typeface="Verdana"/>
                <a:cs typeface="Verdana"/>
              </a:rPr>
              <a:t>to</a:t>
            </a:r>
            <a:r>
              <a:rPr sz="1800" spc="-10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292929"/>
                </a:solidFill>
                <a:latin typeface="Verdana"/>
                <a:cs typeface="Verdana"/>
              </a:rPr>
              <a:t>"Hola"</a:t>
            </a:r>
            <a:r>
              <a:rPr sz="1800" spc="-9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Verdana"/>
                <a:cs typeface="Verdana"/>
              </a:rPr>
              <a:t>or </a:t>
            </a:r>
            <a:r>
              <a:rPr sz="1800" spc="-90" dirty="0">
                <a:solidFill>
                  <a:srgbClr val="292929"/>
                </a:solidFill>
                <a:latin typeface="Verdana"/>
                <a:cs typeface="Verdana"/>
              </a:rPr>
              <a:t>"Bonjour"</a:t>
            </a:r>
            <a:r>
              <a:rPr sz="1800" spc="-12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29"/>
                </a:solidFill>
                <a:latin typeface="Verdana"/>
                <a:cs typeface="Verdana"/>
              </a:rPr>
              <a:t>use</a:t>
            </a:r>
            <a:r>
              <a:rPr sz="18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Verdana"/>
                <a:cs typeface="Verdana"/>
              </a:rPr>
              <a:t>NLP</a:t>
            </a:r>
            <a:r>
              <a:rPr sz="1800" spc="-12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29"/>
                </a:solidFill>
                <a:latin typeface="Verdana"/>
                <a:cs typeface="Verdana"/>
              </a:rPr>
              <a:t>to</a:t>
            </a:r>
            <a:r>
              <a:rPr sz="18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Verdana"/>
                <a:cs typeface="Verdana"/>
              </a:rPr>
              <a:t>understand languages!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4659" y="0"/>
            <a:ext cx="5895974" cy="10286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759" y="4675599"/>
            <a:ext cx="5543549" cy="554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750258" y="7270065"/>
            <a:ext cx="4238625" cy="18021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7985">
              <a:lnSpc>
                <a:spcPct val="100000"/>
              </a:lnSpc>
              <a:spcBef>
                <a:spcPts val="130"/>
              </a:spcBef>
            </a:pPr>
            <a:r>
              <a:rPr sz="3150" spc="-525" dirty="0">
                <a:solidFill>
                  <a:srgbClr val="292929"/>
                </a:solidFill>
                <a:latin typeface="Verdana"/>
                <a:cs typeface="Verdana"/>
              </a:rPr>
              <a:t>1.</a:t>
            </a:r>
            <a:r>
              <a:rPr sz="3150" spc="-79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150" spc="-10" dirty="0">
                <a:solidFill>
                  <a:srgbClr val="292929"/>
                </a:solidFill>
                <a:latin typeface="Verdana"/>
                <a:cs typeface="Verdana"/>
              </a:rPr>
              <a:t>Answer</a:t>
            </a:r>
            <a:r>
              <a:rPr sz="3150" spc="-229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150" spc="-20" dirty="0">
                <a:solidFill>
                  <a:srgbClr val="292929"/>
                </a:solidFill>
                <a:latin typeface="Verdana"/>
                <a:cs typeface="Verdana"/>
              </a:rPr>
              <a:t>Time!</a:t>
            </a:r>
            <a:endParaRPr sz="3150">
              <a:latin typeface="Verdana"/>
              <a:cs typeface="Verdana"/>
            </a:endParaRPr>
          </a:p>
          <a:p>
            <a:pPr marL="12700" marR="5080">
              <a:lnSpc>
                <a:spcPct val="115100"/>
              </a:lnSpc>
              <a:spcBef>
                <a:spcPts val="2300"/>
              </a:spcBef>
            </a:pPr>
            <a:r>
              <a:rPr sz="1900" dirty="0">
                <a:solidFill>
                  <a:srgbClr val="292929"/>
                </a:solidFill>
                <a:latin typeface="Verdana"/>
                <a:cs typeface="Verdana"/>
              </a:rPr>
              <a:t>The</a:t>
            </a:r>
            <a:r>
              <a:rPr sz="1900" spc="-13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292929"/>
                </a:solidFill>
                <a:latin typeface="Verdana"/>
                <a:cs typeface="Verdana"/>
              </a:rPr>
              <a:t>computer</a:t>
            </a:r>
            <a:r>
              <a:rPr sz="1900" spc="-12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29"/>
                </a:solidFill>
                <a:latin typeface="Verdana"/>
                <a:cs typeface="Verdana"/>
              </a:rPr>
              <a:t>gives</a:t>
            </a:r>
            <a:r>
              <a:rPr sz="1900" spc="-13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292929"/>
                </a:solidFill>
                <a:latin typeface="Verdana"/>
                <a:cs typeface="Verdana"/>
              </a:rPr>
              <a:t>you</a:t>
            </a:r>
            <a:r>
              <a:rPr sz="1900" spc="-12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292929"/>
                </a:solidFill>
                <a:latin typeface="Verdana"/>
                <a:cs typeface="Verdana"/>
              </a:rPr>
              <a:t>a</a:t>
            </a:r>
            <a:r>
              <a:rPr sz="1900" spc="-12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Verdana"/>
                <a:cs typeface="Verdana"/>
              </a:rPr>
              <a:t>helpful </a:t>
            </a:r>
            <a:r>
              <a:rPr sz="1900" dirty="0">
                <a:solidFill>
                  <a:srgbClr val="292929"/>
                </a:solidFill>
                <a:latin typeface="Verdana"/>
                <a:cs typeface="Verdana"/>
              </a:rPr>
              <a:t>response</a:t>
            </a:r>
            <a:r>
              <a:rPr sz="19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190" dirty="0">
                <a:solidFill>
                  <a:srgbClr val="292929"/>
                </a:solidFill>
                <a:latin typeface="Verdana"/>
                <a:cs typeface="Verdana"/>
              </a:rPr>
              <a:t>–</a:t>
            </a:r>
            <a:r>
              <a:rPr sz="1900" spc="-11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55" dirty="0">
                <a:solidFill>
                  <a:srgbClr val="292929"/>
                </a:solidFill>
                <a:latin typeface="Verdana"/>
                <a:cs typeface="Verdana"/>
              </a:rPr>
              <a:t>like</a:t>
            </a:r>
            <a:r>
              <a:rPr sz="1900" spc="-11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292929"/>
                </a:solidFill>
                <a:latin typeface="Verdana"/>
                <a:cs typeface="Verdana"/>
              </a:rPr>
              <a:t>playing</a:t>
            </a:r>
            <a:r>
              <a:rPr sz="1900" spc="-11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65" dirty="0">
                <a:solidFill>
                  <a:srgbClr val="292929"/>
                </a:solidFill>
                <a:latin typeface="Verdana"/>
                <a:cs typeface="Verdana"/>
              </a:rPr>
              <a:t>your</a:t>
            </a:r>
            <a:r>
              <a:rPr sz="19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35" dirty="0">
                <a:solidFill>
                  <a:srgbClr val="292929"/>
                </a:solidFill>
                <a:latin typeface="Verdana"/>
                <a:cs typeface="Verdana"/>
              </a:rPr>
              <a:t>favorite </a:t>
            </a:r>
            <a:r>
              <a:rPr sz="1900" dirty="0">
                <a:solidFill>
                  <a:srgbClr val="292929"/>
                </a:solidFill>
                <a:latin typeface="Verdana"/>
                <a:cs typeface="Verdana"/>
              </a:rPr>
              <a:t>song</a:t>
            </a:r>
            <a:r>
              <a:rPr sz="19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292929"/>
                </a:solidFill>
                <a:latin typeface="Verdana"/>
                <a:cs typeface="Verdana"/>
              </a:rPr>
              <a:t>or</a:t>
            </a:r>
            <a:r>
              <a:rPr sz="19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45" dirty="0">
                <a:solidFill>
                  <a:srgbClr val="292929"/>
                </a:solidFill>
                <a:latin typeface="Verdana"/>
                <a:cs typeface="Verdana"/>
              </a:rPr>
              <a:t>answering</a:t>
            </a:r>
            <a:r>
              <a:rPr sz="1900" spc="-11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292929"/>
                </a:solidFill>
                <a:latin typeface="Verdana"/>
                <a:cs typeface="Verdana"/>
              </a:rPr>
              <a:t>a</a:t>
            </a:r>
            <a:r>
              <a:rPr sz="19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Verdana"/>
                <a:cs typeface="Verdana"/>
              </a:rPr>
              <a:t>question!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50258" y="4260165"/>
            <a:ext cx="3982085" cy="18021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7985">
              <a:lnSpc>
                <a:spcPct val="100000"/>
              </a:lnSpc>
              <a:spcBef>
                <a:spcPts val="130"/>
              </a:spcBef>
            </a:pPr>
            <a:r>
              <a:rPr sz="3150" spc="-525" dirty="0">
                <a:solidFill>
                  <a:srgbClr val="292929"/>
                </a:solidFill>
                <a:latin typeface="Verdana"/>
                <a:cs typeface="Verdana"/>
              </a:rPr>
              <a:t>1.</a:t>
            </a:r>
            <a:r>
              <a:rPr sz="3150" spc="-78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150" spc="-70" dirty="0">
                <a:solidFill>
                  <a:srgbClr val="292929"/>
                </a:solidFill>
                <a:latin typeface="Verdana"/>
                <a:cs typeface="Verdana"/>
              </a:rPr>
              <a:t>Break</a:t>
            </a:r>
            <a:r>
              <a:rPr sz="3150" spc="-20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150" spc="-320" dirty="0">
                <a:solidFill>
                  <a:srgbClr val="292929"/>
                </a:solidFill>
                <a:latin typeface="Verdana"/>
                <a:cs typeface="Verdana"/>
              </a:rPr>
              <a:t>It</a:t>
            </a:r>
            <a:r>
              <a:rPr sz="3150" spc="-20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150" spc="-20" dirty="0">
                <a:solidFill>
                  <a:srgbClr val="292929"/>
                </a:solidFill>
                <a:latin typeface="Verdana"/>
                <a:cs typeface="Verdana"/>
              </a:rPr>
              <a:t>Down</a:t>
            </a:r>
            <a:endParaRPr sz="3150">
              <a:latin typeface="Verdana"/>
              <a:cs typeface="Verdana"/>
            </a:endParaRPr>
          </a:p>
          <a:p>
            <a:pPr marL="12700" marR="5080">
              <a:lnSpc>
                <a:spcPct val="115100"/>
              </a:lnSpc>
              <a:spcBef>
                <a:spcPts val="2300"/>
              </a:spcBef>
            </a:pPr>
            <a:r>
              <a:rPr sz="1900" spc="-204" dirty="0">
                <a:solidFill>
                  <a:srgbClr val="292929"/>
                </a:solidFill>
                <a:latin typeface="Verdana"/>
                <a:cs typeface="Verdana"/>
              </a:rPr>
              <a:t>It</a:t>
            </a:r>
            <a:r>
              <a:rPr sz="1900" spc="-13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29"/>
                </a:solidFill>
                <a:latin typeface="Verdana"/>
                <a:cs typeface="Verdana"/>
              </a:rPr>
              <a:t>splits</a:t>
            </a:r>
            <a:r>
              <a:rPr sz="1900" spc="-13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65" dirty="0">
                <a:solidFill>
                  <a:srgbClr val="292929"/>
                </a:solidFill>
                <a:latin typeface="Verdana"/>
                <a:cs typeface="Verdana"/>
              </a:rPr>
              <a:t>your</a:t>
            </a:r>
            <a:r>
              <a:rPr sz="1900" spc="-13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29"/>
                </a:solidFill>
                <a:latin typeface="Verdana"/>
                <a:cs typeface="Verdana"/>
              </a:rPr>
              <a:t>sentence</a:t>
            </a:r>
            <a:r>
              <a:rPr sz="1900" spc="-13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70" dirty="0">
                <a:solidFill>
                  <a:srgbClr val="292929"/>
                </a:solidFill>
                <a:latin typeface="Verdana"/>
                <a:cs typeface="Verdana"/>
              </a:rPr>
              <a:t>into</a:t>
            </a:r>
            <a:r>
              <a:rPr sz="1900" spc="-13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Verdana"/>
                <a:cs typeface="Verdana"/>
              </a:rPr>
              <a:t>pieces </a:t>
            </a:r>
            <a:r>
              <a:rPr sz="1900" spc="-60" dirty="0">
                <a:solidFill>
                  <a:srgbClr val="292929"/>
                </a:solidFill>
                <a:latin typeface="Verdana"/>
                <a:cs typeface="Verdana"/>
              </a:rPr>
              <a:t>and</a:t>
            </a:r>
            <a:r>
              <a:rPr sz="19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35" dirty="0">
                <a:solidFill>
                  <a:srgbClr val="292929"/>
                </a:solidFill>
                <a:latin typeface="Verdana"/>
                <a:cs typeface="Verdana"/>
              </a:rPr>
              <a:t>figures</a:t>
            </a:r>
            <a:r>
              <a:rPr sz="19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45" dirty="0">
                <a:solidFill>
                  <a:srgbClr val="292929"/>
                </a:solidFill>
                <a:latin typeface="Verdana"/>
                <a:cs typeface="Verdana"/>
              </a:rPr>
              <a:t>out</a:t>
            </a:r>
            <a:r>
              <a:rPr sz="1900" spc="-11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60" dirty="0">
                <a:solidFill>
                  <a:srgbClr val="292929"/>
                </a:solidFill>
                <a:latin typeface="Verdana"/>
                <a:cs typeface="Verdana"/>
              </a:rPr>
              <a:t>what</a:t>
            </a:r>
            <a:r>
              <a:rPr sz="19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29"/>
                </a:solidFill>
                <a:latin typeface="Verdana"/>
                <a:cs typeface="Verdana"/>
              </a:rPr>
              <a:t>each</a:t>
            </a:r>
            <a:r>
              <a:rPr sz="19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292929"/>
                </a:solidFill>
                <a:latin typeface="Verdana"/>
                <a:cs typeface="Verdana"/>
              </a:rPr>
              <a:t>word </a:t>
            </a:r>
            <a:r>
              <a:rPr sz="1900" spc="-40" dirty="0">
                <a:solidFill>
                  <a:srgbClr val="292929"/>
                </a:solidFill>
                <a:latin typeface="Verdana"/>
                <a:cs typeface="Verdana"/>
              </a:rPr>
              <a:t>means</a:t>
            </a:r>
            <a:r>
              <a:rPr sz="1900" spc="-13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Verdana"/>
                <a:cs typeface="Verdana"/>
              </a:rPr>
              <a:t>together.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50258" y="1410286"/>
            <a:ext cx="4086860" cy="18021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7985">
              <a:lnSpc>
                <a:spcPct val="100000"/>
              </a:lnSpc>
              <a:spcBef>
                <a:spcPts val="130"/>
              </a:spcBef>
            </a:pPr>
            <a:r>
              <a:rPr sz="3150" spc="-525" dirty="0">
                <a:solidFill>
                  <a:srgbClr val="292929"/>
                </a:solidFill>
                <a:latin typeface="Verdana"/>
                <a:cs typeface="Verdana"/>
              </a:rPr>
              <a:t>1.</a:t>
            </a:r>
            <a:r>
              <a:rPr sz="3150" spc="-79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150" spc="-65" dirty="0">
                <a:solidFill>
                  <a:srgbClr val="292929"/>
                </a:solidFill>
                <a:latin typeface="Verdana"/>
                <a:cs typeface="Verdana"/>
              </a:rPr>
              <a:t>Listen</a:t>
            </a:r>
            <a:r>
              <a:rPr sz="3150" spc="-20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150" spc="-35" dirty="0">
                <a:solidFill>
                  <a:srgbClr val="292929"/>
                </a:solidFill>
                <a:latin typeface="Verdana"/>
                <a:cs typeface="Verdana"/>
              </a:rPr>
              <a:t>or</a:t>
            </a:r>
            <a:r>
              <a:rPr sz="3150" spc="-20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150" spc="-20" dirty="0">
                <a:solidFill>
                  <a:srgbClr val="292929"/>
                </a:solidFill>
                <a:latin typeface="Verdana"/>
                <a:cs typeface="Verdana"/>
              </a:rPr>
              <a:t>Read</a:t>
            </a:r>
            <a:endParaRPr sz="3150">
              <a:latin typeface="Verdana"/>
              <a:cs typeface="Verdana"/>
            </a:endParaRPr>
          </a:p>
          <a:p>
            <a:pPr marL="12700" marR="5080">
              <a:lnSpc>
                <a:spcPct val="115100"/>
              </a:lnSpc>
              <a:spcBef>
                <a:spcPts val="2300"/>
              </a:spcBef>
            </a:pPr>
            <a:r>
              <a:rPr sz="1900" dirty="0">
                <a:solidFill>
                  <a:srgbClr val="292929"/>
                </a:solidFill>
                <a:latin typeface="Verdana"/>
                <a:cs typeface="Verdana"/>
              </a:rPr>
              <a:t>The</a:t>
            </a:r>
            <a:r>
              <a:rPr sz="1900" spc="-14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292929"/>
                </a:solidFill>
                <a:latin typeface="Verdana"/>
                <a:cs typeface="Verdana"/>
              </a:rPr>
              <a:t>computer</a:t>
            </a:r>
            <a:r>
              <a:rPr sz="1900" spc="-13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35" dirty="0">
                <a:solidFill>
                  <a:srgbClr val="292929"/>
                </a:solidFill>
                <a:latin typeface="Verdana"/>
                <a:cs typeface="Verdana"/>
              </a:rPr>
              <a:t>hears</a:t>
            </a:r>
            <a:r>
              <a:rPr sz="1900" spc="-13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65" dirty="0">
                <a:solidFill>
                  <a:srgbClr val="292929"/>
                </a:solidFill>
                <a:latin typeface="Verdana"/>
                <a:cs typeface="Verdana"/>
              </a:rPr>
              <a:t>your</a:t>
            </a:r>
            <a:r>
              <a:rPr sz="1900" spc="-13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29"/>
                </a:solidFill>
                <a:latin typeface="Verdana"/>
                <a:cs typeface="Verdana"/>
              </a:rPr>
              <a:t>words</a:t>
            </a:r>
            <a:r>
              <a:rPr sz="1900" spc="-14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29"/>
                </a:solidFill>
                <a:latin typeface="Verdana"/>
                <a:cs typeface="Verdana"/>
              </a:rPr>
              <a:t>or </a:t>
            </a:r>
            <a:r>
              <a:rPr sz="1900" spc="-20" dirty="0">
                <a:solidFill>
                  <a:srgbClr val="292929"/>
                </a:solidFill>
                <a:latin typeface="Verdana"/>
                <a:cs typeface="Verdana"/>
              </a:rPr>
              <a:t>reads</a:t>
            </a:r>
            <a:r>
              <a:rPr sz="1900" spc="-12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60" dirty="0">
                <a:solidFill>
                  <a:srgbClr val="292929"/>
                </a:solidFill>
                <a:latin typeface="Verdana"/>
                <a:cs typeface="Verdana"/>
              </a:rPr>
              <a:t>what</a:t>
            </a:r>
            <a:r>
              <a:rPr sz="1900" spc="-12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292929"/>
                </a:solidFill>
                <a:latin typeface="Verdana"/>
                <a:cs typeface="Verdana"/>
              </a:rPr>
              <a:t>you</a:t>
            </a:r>
            <a:r>
              <a:rPr sz="19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29"/>
                </a:solidFill>
                <a:latin typeface="Verdana"/>
                <a:cs typeface="Verdana"/>
              </a:rPr>
              <a:t>type</a:t>
            </a:r>
            <a:r>
              <a:rPr sz="1900" spc="-12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190" dirty="0">
                <a:solidFill>
                  <a:srgbClr val="292929"/>
                </a:solidFill>
                <a:latin typeface="Verdana"/>
                <a:cs typeface="Verdana"/>
              </a:rPr>
              <a:t>–</a:t>
            </a:r>
            <a:r>
              <a:rPr sz="1900" spc="-12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95" dirty="0">
                <a:solidFill>
                  <a:srgbClr val="292929"/>
                </a:solidFill>
                <a:latin typeface="Verdana"/>
                <a:cs typeface="Verdana"/>
              </a:rPr>
              <a:t>just</a:t>
            </a:r>
            <a:r>
              <a:rPr sz="1900" spc="-114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55" dirty="0">
                <a:solidFill>
                  <a:srgbClr val="292929"/>
                </a:solidFill>
                <a:latin typeface="Verdana"/>
                <a:cs typeface="Verdana"/>
              </a:rPr>
              <a:t>like</a:t>
            </a:r>
            <a:r>
              <a:rPr sz="1900" spc="-12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292929"/>
                </a:solidFill>
                <a:latin typeface="Verdana"/>
                <a:cs typeface="Verdana"/>
              </a:rPr>
              <a:t>a </a:t>
            </a:r>
            <a:r>
              <a:rPr sz="1900" spc="-45" dirty="0">
                <a:solidFill>
                  <a:srgbClr val="292929"/>
                </a:solidFill>
                <a:latin typeface="Verdana"/>
                <a:cs typeface="Verdana"/>
              </a:rPr>
              <a:t>friend</a:t>
            </a:r>
            <a:r>
              <a:rPr sz="1900" spc="-13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45" dirty="0">
                <a:solidFill>
                  <a:srgbClr val="292929"/>
                </a:solidFill>
                <a:latin typeface="Verdana"/>
                <a:cs typeface="Verdana"/>
              </a:rPr>
              <a:t>listening</a:t>
            </a:r>
            <a:r>
              <a:rPr sz="1900" spc="-13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Verdana"/>
                <a:cs typeface="Verdana"/>
              </a:rPr>
              <a:t>to</a:t>
            </a:r>
            <a:r>
              <a:rPr sz="1900" spc="-13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292929"/>
                </a:solidFill>
                <a:latin typeface="Verdana"/>
                <a:cs typeface="Verdana"/>
              </a:rPr>
              <a:t>you!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37759" y="800100"/>
            <a:ext cx="6443345" cy="2557751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12700" marR="5080">
              <a:lnSpc>
                <a:spcPts val="6150"/>
              </a:lnSpc>
              <a:spcBef>
                <a:spcPts val="1345"/>
              </a:spcBef>
            </a:pPr>
            <a:r>
              <a:rPr sz="6150" dirty="0"/>
              <a:t>How</a:t>
            </a:r>
            <a:r>
              <a:rPr sz="6150" spc="130" dirty="0"/>
              <a:t> </a:t>
            </a:r>
            <a:r>
              <a:rPr sz="6150" spc="254" dirty="0"/>
              <a:t>Does</a:t>
            </a:r>
            <a:r>
              <a:rPr sz="6150" spc="135" dirty="0"/>
              <a:t> </a:t>
            </a:r>
            <a:r>
              <a:rPr sz="6150" spc="-25" dirty="0"/>
              <a:t>NLP </a:t>
            </a:r>
            <a:r>
              <a:rPr sz="6150" spc="110" dirty="0"/>
              <a:t>Work?</a:t>
            </a:r>
            <a:r>
              <a:rPr sz="6150" spc="95" dirty="0"/>
              <a:t> </a:t>
            </a:r>
            <a:r>
              <a:rPr sz="6150" spc="125" dirty="0"/>
              <a:t>A</a:t>
            </a:r>
            <a:r>
              <a:rPr sz="6150" spc="95" dirty="0"/>
              <a:t> </a:t>
            </a:r>
            <a:r>
              <a:rPr sz="6150" spc="90" dirty="0"/>
              <a:t>Simple </a:t>
            </a:r>
            <a:r>
              <a:rPr sz="6150" spc="135" dirty="0"/>
              <a:t>Step-</a:t>
            </a:r>
            <a:r>
              <a:rPr sz="6150" spc="-40" dirty="0"/>
              <a:t>by-</a:t>
            </a:r>
            <a:r>
              <a:rPr sz="6150" spc="195" dirty="0"/>
              <a:t>Step</a:t>
            </a:r>
            <a:endParaRPr sz="61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71591" y="-4057"/>
            <a:ext cx="3874822" cy="546543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287524" y="1000188"/>
            <a:ext cx="1433830" cy="1728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1000" b="1" spc="-70" dirty="0">
                <a:solidFill>
                  <a:srgbClr val="292929"/>
                </a:solidFill>
                <a:latin typeface="Tahoma"/>
                <a:cs typeface="Tahoma"/>
              </a:rPr>
              <a:t>to</a:t>
            </a:r>
            <a:endParaRPr sz="1100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7180" rIns="0" bIns="0" rtlCol="0">
            <a:spAutoFit/>
          </a:bodyPr>
          <a:lstStyle/>
          <a:p>
            <a:pPr marL="12700" marR="5080">
              <a:lnSpc>
                <a:spcPts val="10950"/>
              </a:lnSpc>
              <a:spcBef>
                <a:spcPts val="2340"/>
              </a:spcBef>
            </a:pPr>
            <a:r>
              <a:rPr spc="-1375" dirty="0"/>
              <a:t>Y</a:t>
            </a:r>
            <a:r>
              <a:rPr spc="-85" dirty="0"/>
              <a:t>o</a:t>
            </a:r>
            <a:r>
              <a:rPr spc="-90" dirty="0"/>
              <a:t>u</a:t>
            </a:r>
            <a:r>
              <a:rPr spc="-80" dirty="0"/>
              <a:t>r</a:t>
            </a:r>
            <a:r>
              <a:rPr spc="-250" dirty="0"/>
              <a:t> </a:t>
            </a:r>
            <a:r>
              <a:rPr spc="-2185" dirty="0"/>
              <a:t>T</a:t>
            </a:r>
            <a:r>
              <a:rPr spc="-409" dirty="0"/>
              <a:t>ur</a:t>
            </a:r>
            <a:r>
              <a:rPr spc="-490" dirty="0"/>
              <a:t>n</a:t>
            </a:r>
            <a:r>
              <a:rPr spc="-400" dirty="0"/>
              <a:t>!</a:t>
            </a:r>
            <a:r>
              <a:rPr spc="-250" dirty="0"/>
              <a:t> </a:t>
            </a:r>
            <a:r>
              <a:rPr spc="-1600" dirty="0"/>
              <a:t>T</a:t>
            </a:r>
            <a:r>
              <a:rPr spc="-75" dirty="0"/>
              <a:t>al</a:t>
            </a:r>
            <a:r>
              <a:rPr spc="-65" dirty="0"/>
              <a:t>k</a:t>
            </a:r>
            <a:r>
              <a:rPr spc="-455" dirty="0"/>
              <a:t> </a:t>
            </a:r>
            <a:r>
              <a:rPr spc="-10" dirty="0"/>
              <a:t>Computers!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1735947" y="6458"/>
            <a:ext cx="6552053" cy="10304434"/>
            <a:chOff x="10985561" y="-17436"/>
            <a:chExt cx="6552053" cy="10304434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30190" y="4283964"/>
              <a:ext cx="5240932" cy="490975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72065" y="6734968"/>
              <a:ext cx="2665549" cy="342288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05204" y="-17436"/>
              <a:ext cx="4562260" cy="223033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85561" y="8100447"/>
              <a:ext cx="2524124" cy="218655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016000" y="4608097"/>
            <a:ext cx="5457825" cy="4645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799"/>
              </a:lnSpc>
              <a:spcBef>
                <a:spcPts val="95"/>
              </a:spcBef>
            </a:pPr>
            <a:r>
              <a:rPr sz="3300" spc="-10" dirty="0">
                <a:solidFill>
                  <a:srgbClr val="292929"/>
                </a:solidFill>
                <a:latin typeface="Verdana"/>
                <a:cs typeface="Verdana"/>
              </a:rPr>
              <a:t>What</a:t>
            </a:r>
            <a:r>
              <a:rPr sz="3300" spc="-27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300" spc="-10" dirty="0">
                <a:solidFill>
                  <a:srgbClr val="292929"/>
                </a:solidFill>
                <a:latin typeface="Verdana"/>
                <a:cs typeface="Verdana"/>
              </a:rPr>
              <a:t>would</a:t>
            </a:r>
            <a:r>
              <a:rPr sz="3300" spc="-25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300" spc="-65" dirty="0">
                <a:solidFill>
                  <a:srgbClr val="292929"/>
                </a:solidFill>
                <a:latin typeface="Verdana"/>
                <a:cs typeface="Verdana"/>
              </a:rPr>
              <a:t>you</a:t>
            </a:r>
            <a:r>
              <a:rPr sz="3300" spc="-229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300" spc="-10" dirty="0">
                <a:solidFill>
                  <a:srgbClr val="292929"/>
                </a:solidFill>
                <a:latin typeface="Verdana"/>
                <a:cs typeface="Verdana"/>
              </a:rPr>
              <a:t>ask</a:t>
            </a:r>
            <a:r>
              <a:rPr sz="3300" spc="-25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300" spc="-50" dirty="0">
                <a:solidFill>
                  <a:srgbClr val="292929"/>
                </a:solidFill>
                <a:latin typeface="Verdana"/>
                <a:cs typeface="Verdana"/>
              </a:rPr>
              <a:t>a </a:t>
            </a:r>
            <a:r>
              <a:rPr sz="3300" spc="-30" dirty="0">
                <a:solidFill>
                  <a:srgbClr val="292929"/>
                </a:solidFill>
                <a:latin typeface="Verdana"/>
                <a:cs typeface="Verdana"/>
              </a:rPr>
              <a:t>computer</a:t>
            </a:r>
            <a:r>
              <a:rPr sz="3300" spc="-22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300" spc="-80" dirty="0">
                <a:solidFill>
                  <a:srgbClr val="292929"/>
                </a:solidFill>
                <a:latin typeface="Verdana"/>
                <a:cs typeface="Verdana"/>
              </a:rPr>
              <a:t>if</a:t>
            </a:r>
            <a:r>
              <a:rPr sz="3300" spc="-21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300" spc="-135" dirty="0">
                <a:solidFill>
                  <a:srgbClr val="292929"/>
                </a:solidFill>
                <a:latin typeface="Verdana"/>
                <a:cs typeface="Verdana"/>
              </a:rPr>
              <a:t>it</a:t>
            </a:r>
            <a:r>
              <a:rPr sz="3300" spc="-22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300" spc="-10" dirty="0">
                <a:solidFill>
                  <a:srgbClr val="292929"/>
                </a:solidFill>
                <a:latin typeface="Verdana"/>
                <a:cs typeface="Verdana"/>
              </a:rPr>
              <a:t>could </a:t>
            </a:r>
            <a:r>
              <a:rPr sz="3300" spc="-75" dirty="0">
                <a:solidFill>
                  <a:srgbClr val="292929"/>
                </a:solidFill>
                <a:latin typeface="Verdana"/>
                <a:cs typeface="Verdana"/>
              </a:rPr>
              <a:t>understand</a:t>
            </a:r>
            <a:r>
              <a:rPr sz="3300" spc="-22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300" spc="-65" dirty="0">
                <a:solidFill>
                  <a:srgbClr val="292929"/>
                </a:solidFill>
                <a:latin typeface="Verdana"/>
                <a:cs typeface="Verdana"/>
              </a:rPr>
              <a:t>you</a:t>
            </a:r>
            <a:r>
              <a:rPr sz="3300" spc="-22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300" spc="-10" dirty="0">
                <a:solidFill>
                  <a:srgbClr val="292929"/>
                </a:solidFill>
                <a:latin typeface="Verdana"/>
                <a:cs typeface="Verdana"/>
              </a:rPr>
              <a:t>perfectly? </a:t>
            </a:r>
            <a:r>
              <a:rPr sz="3300" spc="-200" dirty="0">
                <a:solidFill>
                  <a:srgbClr val="292929"/>
                </a:solidFill>
                <a:latin typeface="Verdana"/>
                <a:cs typeface="Verdana"/>
              </a:rPr>
              <a:t>Try </a:t>
            </a:r>
            <a:r>
              <a:rPr sz="3300" spc="-65" dirty="0">
                <a:solidFill>
                  <a:srgbClr val="292929"/>
                </a:solidFill>
                <a:latin typeface="Verdana"/>
                <a:cs typeface="Verdana"/>
              </a:rPr>
              <a:t>asking</a:t>
            </a:r>
            <a:r>
              <a:rPr sz="3300" spc="-20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300" spc="-180" dirty="0">
                <a:solidFill>
                  <a:srgbClr val="292929"/>
                </a:solidFill>
                <a:latin typeface="Verdana"/>
                <a:cs typeface="Verdana"/>
              </a:rPr>
              <a:t>Siri,</a:t>
            </a:r>
            <a:r>
              <a:rPr sz="3300" spc="-20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300" spc="-95" dirty="0">
                <a:solidFill>
                  <a:srgbClr val="292929"/>
                </a:solidFill>
                <a:latin typeface="Verdana"/>
                <a:cs typeface="Verdana"/>
              </a:rPr>
              <a:t>Alexa,</a:t>
            </a:r>
            <a:r>
              <a:rPr sz="3300" spc="-20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300" spc="-45" dirty="0">
                <a:solidFill>
                  <a:srgbClr val="292929"/>
                </a:solidFill>
                <a:latin typeface="Verdana"/>
                <a:cs typeface="Verdana"/>
              </a:rPr>
              <a:t>or</a:t>
            </a:r>
            <a:r>
              <a:rPr sz="3300" spc="-20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300" spc="-50" dirty="0">
                <a:solidFill>
                  <a:srgbClr val="292929"/>
                </a:solidFill>
                <a:latin typeface="Verdana"/>
                <a:cs typeface="Verdana"/>
              </a:rPr>
              <a:t>a </a:t>
            </a:r>
            <a:r>
              <a:rPr sz="3300" spc="-10" dirty="0">
                <a:solidFill>
                  <a:srgbClr val="292929"/>
                </a:solidFill>
                <a:latin typeface="Verdana"/>
                <a:cs typeface="Verdana"/>
              </a:rPr>
              <a:t>chatbot</a:t>
            </a:r>
            <a:r>
              <a:rPr sz="3300" spc="-229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300" spc="-55" dirty="0">
                <a:solidFill>
                  <a:srgbClr val="292929"/>
                </a:solidFill>
                <a:latin typeface="Verdana"/>
                <a:cs typeface="Verdana"/>
              </a:rPr>
              <a:t>something</a:t>
            </a:r>
            <a:r>
              <a:rPr sz="3300" spc="-229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300" spc="-25" dirty="0">
                <a:solidFill>
                  <a:srgbClr val="292929"/>
                </a:solidFill>
                <a:latin typeface="Verdana"/>
                <a:cs typeface="Verdana"/>
              </a:rPr>
              <a:t>fun </a:t>
            </a:r>
            <a:r>
              <a:rPr sz="3300" spc="-125" dirty="0">
                <a:solidFill>
                  <a:srgbClr val="292929"/>
                </a:solidFill>
                <a:latin typeface="Verdana"/>
                <a:cs typeface="Verdana"/>
              </a:rPr>
              <a:t>today!</a:t>
            </a:r>
            <a:r>
              <a:rPr sz="3300" spc="-20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300" dirty="0">
                <a:solidFill>
                  <a:srgbClr val="292929"/>
                </a:solidFill>
                <a:latin typeface="Verdana"/>
                <a:cs typeface="Verdana"/>
              </a:rPr>
              <a:t>Keep</a:t>
            </a:r>
            <a:r>
              <a:rPr sz="3300" spc="-20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300" spc="-65" dirty="0">
                <a:solidFill>
                  <a:srgbClr val="292929"/>
                </a:solidFill>
                <a:latin typeface="Verdana"/>
                <a:cs typeface="Verdana"/>
              </a:rPr>
              <a:t>exploring</a:t>
            </a:r>
            <a:r>
              <a:rPr sz="3300" spc="-20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300" spc="-25" dirty="0">
                <a:solidFill>
                  <a:srgbClr val="292929"/>
                </a:solidFill>
                <a:latin typeface="Verdana"/>
                <a:cs typeface="Verdana"/>
              </a:rPr>
              <a:t>how </a:t>
            </a:r>
            <a:r>
              <a:rPr sz="3300" spc="-10" dirty="0">
                <a:solidFill>
                  <a:srgbClr val="292929"/>
                </a:solidFill>
                <a:latin typeface="Verdana"/>
                <a:cs typeface="Verdana"/>
              </a:rPr>
              <a:t>computers</a:t>
            </a:r>
            <a:r>
              <a:rPr sz="3300" spc="-250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300" spc="-95" dirty="0">
                <a:solidFill>
                  <a:srgbClr val="292929"/>
                </a:solidFill>
                <a:latin typeface="Verdana"/>
                <a:cs typeface="Verdana"/>
              </a:rPr>
              <a:t>learn</a:t>
            </a:r>
            <a:r>
              <a:rPr sz="3300" spc="-229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300" dirty="0">
                <a:solidFill>
                  <a:srgbClr val="292929"/>
                </a:solidFill>
                <a:latin typeface="Verdana"/>
                <a:cs typeface="Verdana"/>
              </a:rPr>
              <a:t>to</a:t>
            </a:r>
            <a:r>
              <a:rPr sz="3300" spc="-23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300" spc="-20" dirty="0">
                <a:solidFill>
                  <a:srgbClr val="292929"/>
                </a:solidFill>
                <a:latin typeface="Verdana"/>
                <a:cs typeface="Verdana"/>
              </a:rPr>
              <a:t>talk </a:t>
            </a:r>
            <a:r>
              <a:rPr sz="3300" spc="-65" dirty="0">
                <a:solidFill>
                  <a:srgbClr val="292929"/>
                </a:solidFill>
                <a:latin typeface="Verdana"/>
                <a:cs typeface="Verdana"/>
              </a:rPr>
              <a:t>like</a:t>
            </a:r>
            <a:r>
              <a:rPr sz="3300" spc="-215" dirty="0">
                <a:solidFill>
                  <a:srgbClr val="292929"/>
                </a:solidFill>
                <a:latin typeface="Verdana"/>
                <a:cs typeface="Verdana"/>
              </a:rPr>
              <a:t> </a:t>
            </a:r>
            <a:r>
              <a:rPr sz="3300" spc="-25" dirty="0">
                <a:solidFill>
                  <a:srgbClr val="292929"/>
                </a:solidFill>
                <a:latin typeface="Verdana"/>
                <a:cs typeface="Verdana"/>
              </a:rPr>
              <a:t>us!</a:t>
            </a:r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277</Words>
  <Application>Microsoft Office PowerPoint</Application>
  <PresentationFormat>Custom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Tahoma</vt:lpstr>
      <vt:lpstr>Verdana</vt:lpstr>
      <vt:lpstr>Office Theme</vt:lpstr>
      <vt:lpstr>Day 3: Talking to</vt:lpstr>
      <vt:lpstr>What is Natural Language Processing (NLP)?</vt:lpstr>
      <vt:lpstr>Cool Examples of NLP You Know!</vt:lpstr>
      <vt:lpstr>How Does NLP Work? A Simple Step-by-Step</vt:lpstr>
      <vt:lpstr>Your Turn! Talk Computers!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Talking to Computers: NLP for Kids</dc:title>
  <dc:creator>JAGADISH JAGADISH</dc:creator>
  <cp:keywords>DAHHkbknz58,BAFzrOE2wjQ,0</cp:keywords>
  <cp:lastModifiedBy>JAGADISH JEEVAN SAI</cp:lastModifiedBy>
  <cp:revision>2</cp:revision>
  <dcterms:created xsi:type="dcterms:W3CDTF">2026-04-22T09:35:09Z</dcterms:created>
  <dcterms:modified xsi:type="dcterms:W3CDTF">2026-04-22T10:26:15Z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2026-04-22T00:00:00Z</vt:filetime>
  </property>
  <property fmtid="{D5CDD505-2E9C-101B-9397-08002B2CF9AE}" pid="4" name="Creator">
    <vt:lpwstr>Canva</vt:lpwstr>
  </property>
  <property fmtid="{D5CDD505-2E9C-101B-9397-08002B2CF9AE}" pid="5" name="LastSaved">
    <vt:filetime>2026-04-22T00:00:00Z</vt:filetime>
  </property>
  <property fmtid="{D5CDD505-2E9C-101B-9397-08002B2CF9AE}" pid="6" name="Producer">
    <vt:lpwstr>Canva</vt:lpwstr>
  </property>
  <property fmtid="{D5CDD505-2E9C-101B-9397-08002B2CF9AE}" pid="7" name="containsAiGeneratedContent">
    <vt:lpwstr>Yes</vt:lpwstr>
  </property>
</Properties>
</file>