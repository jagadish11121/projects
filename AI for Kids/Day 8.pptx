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hildling" panose="020B0604020202020204" charset="0"/>
      <p:regular r:id="rId7"/>
    </p:embeddedFont>
    <p:embeddedFont>
      <p:font typeface="Childos Arabic" panose="020B0604020202020204" charset="-78"/>
      <p:regular r:id="rId8"/>
    </p:embeddedFont>
    <p:embeddedFont>
      <p:font typeface="Childos Arabic Light" panose="020B0604020202020204" charset="-78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20848" y="2922059"/>
            <a:ext cx="11766936" cy="436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768"/>
              </a:lnSpc>
              <a:spcBef>
                <a:spcPct val="0"/>
              </a:spcBef>
            </a:pPr>
            <a:r>
              <a:rPr lang="en-US" sz="10988" u="none" strike="noStrik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DAY 8: DEMO DAY!</a:t>
            </a:r>
          </a:p>
          <a:p>
            <a:pPr marL="0" lvl="0" indent="0" algn="just">
              <a:lnSpc>
                <a:spcPts val="10768"/>
              </a:lnSpc>
              <a:spcBef>
                <a:spcPct val="0"/>
              </a:spcBef>
            </a:pPr>
            <a:r>
              <a:rPr lang="en-US" sz="10988" u="none" strike="noStrik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PRESENTATION SKILLS &amp; PROJECT SHOWCASE</a:t>
            </a:r>
          </a:p>
        </p:txBody>
      </p:sp>
      <p:sp>
        <p:nvSpPr>
          <p:cNvPr id="3" name="Freeform 3"/>
          <p:cNvSpPr/>
          <p:nvPr/>
        </p:nvSpPr>
        <p:spPr>
          <a:xfrm rot="-425662">
            <a:off x="891553" y="1897445"/>
            <a:ext cx="4478131" cy="6916032"/>
          </a:xfrm>
          <a:custGeom>
            <a:avLst/>
            <a:gdLst/>
            <a:ahLst/>
            <a:cxnLst/>
            <a:rect l="l" t="t" r="r" b="b"/>
            <a:pathLst>
              <a:path w="4478131" h="6916032">
                <a:moveTo>
                  <a:pt x="0" y="0"/>
                </a:moveTo>
                <a:lnTo>
                  <a:pt x="4478131" y="0"/>
                </a:lnTo>
                <a:lnTo>
                  <a:pt x="4478131" y="6916032"/>
                </a:lnTo>
                <a:lnTo>
                  <a:pt x="0" y="6916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45404" y="1230833"/>
            <a:ext cx="2370792" cy="1917378"/>
          </a:xfrm>
          <a:custGeom>
            <a:avLst/>
            <a:gdLst/>
            <a:ahLst/>
            <a:cxnLst/>
            <a:rect l="l" t="t" r="r" b="b"/>
            <a:pathLst>
              <a:path w="2370792" h="1917378">
                <a:moveTo>
                  <a:pt x="0" y="0"/>
                </a:moveTo>
                <a:lnTo>
                  <a:pt x="2370792" y="0"/>
                </a:lnTo>
                <a:lnTo>
                  <a:pt x="2370792" y="1917379"/>
                </a:lnTo>
                <a:lnTo>
                  <a:pt x="0" y="19173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20848" y="7522554"/>
            <a:ext cx="10344856" cy="576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20"/>
              </a:lnSpc>
            </a:pPr>
            <a:r>
              <a:rPr lang="en-US" sz="3157">
                <a:solidFill>
                  <a:srgbClr val="202B56"/>
                </a:solidFill>
                <a:latin typeface="Childos Arabic Light"/>
                <a:ea typeface="Childos Arabic Light"/>
                <a:cs typeface="Childos Arabic Light"/>
                <a:sym typeface="Childos Arabic Light"/>
              </a:rPr>
              <a:t>Show Off Your Amazing AI Creations! Today is your time to shine!</a:t>
            </a:r>
          </a:p>
        </p:txBody>
      </p:sp>
      <p:sp>
        <p:nvSpPr>
          <p:cNvPr id="6" name="Freeform 6"/>
          <p:cNvSpPr/>
          <p:nvPr/>
        </p:nvSpPr>
        <p:spPr>
          <a:xfrm>
            <a:off x="14396247" y="4521195"/>
            <a:ext cx="2494712" cy="2588547"/>
          </a:xfrm>
          <a:custGeom>
            <a:avLst/>
            <a:gdLst/>
            <a:ahLst/>
            <a:cxnLst/>
            <a:rect l="l" t="t" r="r" b="b"/>
            <a:pathLst>
              <a:path w="2494712" h="2588547">
                <a:moveTo>
                  <a:pt x="0" y="0"/>
                </a:moveTo>
                <a:lnTo>
                  <a:pt x="2494712" y="0"/>
                </a:lnTo>
                <a:lnTo>
                  <a:pt x="2494712" y="2588547"/>
                </a:lnTo>
                <a:lnTo>
                  <a:pt x="0" y="2588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536868">
            <a:off x="10288382" y="4053205"/>
            <a:ext cx="6603101" cy="5246370"/>
            <a:chOff x="0" y="0"/>
            <a:chExt cx="3901440" cy="3099816"/>
          </a:xfrm>
        </p:grpSpPr>
        <p:sp>
          <p:nvSpPr>
            <p:cNvPr id="3" name="Freeform 3"/>
            <p:cNvSpPr/>
            <p:nvPr/>
          </p:nvSpPr>
          <p:spPr>
            <a:xfrm>
              <a:off x="127000" y="190500"/>
              <a:ext cx="3657600" cy="2413000"/>
            </a:xfrm>
            <a:custGeom>
              <a:avLst/>
              <a:gdLst/>
              <a:ahLst/>
              <a:cxnLst/>
              <a:rect l="l" t="t" r="r" b="b"/>
              <a:pathLst>
                <a:path w="3657600" h="24130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t="-1063" b="-1063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901440" cy="3099816"/>
            </a:xfrm>
            <a:custGeom>
              <a:avLst/>
              <a:gdLst/>
              <a:ahLst/>
              <a:cxnLst/>
              <a:rect l="l" t="t" r="r" b="b"/>
              <a:pathLst>
                <a:path w="3901440" h="3099816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3845113" y="381459"/>
            <a:ext cx="2484306" cy="3521567"/>
          </a:xfrm>
          <a:custGeom>
            <a:avLst/>
            <a:gdLst/>
            <a:ahLst/>
            <a:cxnLst/>
            <a:rect l="l" t="t" r="r" b="b"/>
            <a:pathLst>
              <a:path w="2484306" h="3521567">
                <a:moveTo>
                  <a:pt x="0" y="0"/>
                </a:moveTo>
                <a:lnTo>
                  <a:pt x="2484306" y="0"/>
                </a:lnTo>
                <a:lnTo>
                  <a:pt x="2484306" y="3521568"/>
                </a:lnTo>
                <a:lnTo>
                  <a:pt x="0" y="3521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014251" y="5981151"/>
            <a:ext cx="1218706" cy="3584430"/>
          </a:xfrm>
          <a:custGeom>
            <a:avLst/>
            <a:gdLst/>
            <a:ahLst/>
            <a:cxnLst/>
            <a:rect l="l" t="t" r="r" b="b"/>
            <a:pathLst>
              <a:path w="1218706" h="3584430">
                <a:moveTo>
                  <a:pt x="0" y="0"/>
                </a:moveTo>
                <a:lnTo>
                  <a:pt x="1218707" y="0"/>
                </a:lnTo>
                <a:lnTo>
                  <a:pt x="1218707" y="3584430"/>
                </a:lnTo>
                <a:lnTo>
                  <a:pt x="0" y="3584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270894"/>
            <a:ext cx="16277320" cy="1580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25"/>
              </a:lnSpc>
              <a:spcBef>
                <a:spcPct val="0"/>
              </a:spcBef>
            </a:pPr>
            <a:r>
              <a:rPr lang="en-US" sz="10536" u="none" strike="noStrik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WHY ARE PRESENTATIONS IMPORTANT?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6208" y="4247208"/>
            <a:ext cx="8421152" cy="434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99"/>
              </a:lnSpc>
            </a:pPr>
            <a:r>
              <a:rPr lang="en-US" sz="3499" dirty="0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Sharing your project helps others see your hard work and learn from you. It's fun to tell your story and show what you created!</a:t>
            </a:r>
          </a:p>
          <a:p>
            <a:pPr marL="0" lvl="0" indent="0" algn="l">
              <a:lnSpc>
                <a:spcPts val="4899"/>
              </a:lnSpc>
            </a:pPr>
            <a:r>
              <a:rPr lang="en-US" sz="3499" dirty="0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⭐ Helps you explain your ideas clearly</a:t>
            </a:r>
          </a:p>
          <a:p>
            <a:pPr marL="0" lvl="0" indent="0" algn="l">
              <a:lnSpc>
                <a:spcPts val="4899"/>
              </a:lnSpc>
            </a:pPr>
            <a:r>
              <a:rPr lang="en-US" sz="3499" dirty="0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⭐ Builds your confidence speaking in front of others</a:t>
            </a:r>
          </a:p>
          <a:p>
            <a:pPr marL="0" lvl="0" indent="0" algn="l">
              <a:lnSpc>
                <a:spcPts val="4899"/>
              </a:lnSpc>
            </a:pPr>
            <a:r>
              <a:rPr lang="en-US" sz="3499" dirty="0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⭐ Inspires friends with your cool project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8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441113">
            <a:off x="1641380" y="1260402"/>
            <a:ext cx="6603101" cy="5246370"/>
            <a:chOff x="0" y="0"/>
            <a:chExt cx="3901440" cy="3099816"/>
          </a:xfrm>
        </p:grpSpPr>
        <p:sp>
          <p:nvSpPr>
            <p:cNvPr id="3" name="Freeform 3"/>
            <p:cNvSpPr/>
            <p:nvPr/>
          </p:nvSpPr>
          <p:spPr>
            <a:xfrm>
              <a:off x="127000" y="190500"/>
              <a:ext cx="3657600" cy="2413000"/>
            </a:xfrm>
            <a:custGeom>
              <a:avLst/>
              <a:gdLst/>
              <a:ahLst/>
              <a:cxnLst/>
              <a:rect l="l" t="t" r="r" b="b"/>
              <a:pathLst>
                <a:path w="3657600" h="24130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t="-1063" b="-1063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901440" cy="3099816"/>
            </a:xfrm>
            <a:custGeom>
              <a:avLst/>
              <a:gdLst/>
              <a:ahLst/>
              <a:cxnLst/>
              <a:rect l="l" t="t" r="r" b="b"/>
              <a:pathLst>
                <a:path w="3901440" h="3099816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140712" y="3550322"/>
            <a:ext cx="1240579" cy="124057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5617793"/>
            <a:ext cx="1240579" cy="124057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0712" y="7652049"/>
            <a:ext cx="1240579" cy="124057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857829">
            <a:off x="4724114" y="4339955"/>
            <a:ext cx="3995936" cy="4521568"/>
          </a:xfrm>
          <a:custGeom>
            <a:avLst/>
            <a:gdLst/>
            <a:ahLst/>
            <a:cxnLst/>
            <a:rect l="l" t="t" r="r" b="b"/>
            <a:pathLst>
              <a:path w="3995936" h="4521568">
                <a:moveTo>
                  <a:pt x="0" y="0"/>
                </a:moveTo>
                <a:lnTo>
                  <a:pt x="3995936" y="0"/>
                </a:lnTo>
                <a:lnTo>
                  <a:pt x="3995936" y="4521569"/>
                </a:lnTo>
                <a:lnTo>
                  <a:pt x="0" y="4521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33104" y="126491"/>
            <a:ext cx="2125849" cy="3982856"/>
          </a:xfrm>
          <a:custGeom>
            <a:avLst/>
            <a:gdLst/>
            <a:ahLst/>
            <a:cxnLst/>
            <a:rect l="l" t="t" r="r" b="b"/>
            <a:pathLst>
              <a:path w="2125849" h="3982856">
                <a:moveTo>
                  <a:pt x="0" y="0"/>
                </a:moveTo>
                <a:lnTo>
                  <a:pt x="2125849" y="0"/>
                </a:lnTo>
                <a:lnTo>
                  <a:pt x="2125849" y="3982856"/>
                </a:lnTo>
                <a:lnTo>
                  <a:pt x="0" y="39828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345714" y="1068453"/>
            <a:ext cx="7680897" cy="186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601"/>
              </a:lnSpc>
              <a:spcBef>
                <a:spcPct val="0"/>
              </a:spcBef>
            </a:pPr>
            <a:r>
              <a:rPr lang="en-US" sz="6736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TIPS FOR A GREAT PRESENTATION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45714" y="3576840"/>
            <a:ext cx="830574" cy="74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3"/>
              </a:lnSpc>
            </a:pPr>
            <a:r>
              <a:rPr lang="en-US" sz="5720" spc="-46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49002" y="5590632"/>
            <a:ext cx="830574" cy="74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3"/>
              </a:lnSpc>
              <a:spcBef>
                <a:spcPct val="0"/>
              </a:spcBef>
            </a:pPr>
            <a:r>
              <a:rPr lang="en-US" sz="5720" u="none" strike="noStrike" spc="-46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55994" y="3556715"/>
            <a:ext cx="6703306" cy="99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Speak Clearly: Use a loud, friendly voice so everyone can hear you!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55994" y="5482018"/>
            <a:ext cx="6703306" cy="99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Make Eye Contact: Look at your audience to connect with them!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55994" y="7487361"/>
            <a:ext cx="6703306" cy="99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0"/>
              </a:lnSpc>
            </a:pPr>
            <a:r>
              <a:rPr lang="en-US" sz="279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Take Your Time: Don't rush — it's okay to pause and breathe!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49002" y="7638008"/>
            <a:ext cx="830574" cy="74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3"/>
              </a:lnSpc>
              <a:spcBef>
                <a:spcPct val="0"/>
              </a:spcBef>
            </a:pPr>
            <a:r>
              <a:rPr lang="en-US" sz="5720" spc="-46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8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441113">
            <a:off x="1641380" y="1260402"/>
            <a:ext cx="6603101" cy="5246370"/>
            <a:chOff x="0" y="0"/>
            <a:chExt cx="3901440" cy="3099816"/>
          </a:xfrm>
        </p:grpSpPr>
        <p:sp>
          <p:nvSpPr>
            <p:cNvPr id="3" name="Freeform 3"/>
            <p:cNvSpPr/>
            <p:nvPr/>
          </p:nvSpPr>
          <p:spPr>
            <a:xfrm>
              <a:off x="127000" y="190500"/>
              <a:ext cx="3657600" cy="2413000"/>
            </a:xfrm>
            <a:custGeom>
              <a:avLst/>
              <a:gdLst/>
              <a:ahLst/>
              <a:cxnLst/>
              <a:rect l="l" t="t" r="r" b="b"/>
              <a:pathLst>
                <a:path w="3657600" h="2413000">
                  <a:moveTo>
                    <a:pt x="3657600" y="2413000"/>
                  </a:moveTo>
                  <a:lnTo>
                    <a:pt x="0" y="2413000"/>
                  </a:lnTo>
                  <a:lnTo>
                    <a:pt x="0" y="0"/>
                  </a:lnTo>
                  <a:lnTo>
                    <a:pt x="3657600" y="0"/>
                  </a:lnTo>
                  <a:lnTo>
                    <a:pt x="3657600" y="2413000"/>
                  </a:lnTo>
                  <a:close/>
                </a:path>
              </a:pathLst>
            </a:custGeom>
            <a:blipFill>
              <a:blip r:embed="rId2"/>
              <a:stretch>
                <a:fillRect t="-1063" b="-1063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901440" cy="3099816"/>
            </a:xfrm>
            <a:custGeom>
              <a:avLst/>
              <a:gdLst/>
              <a:ahLst/>
              <a:cxnLst/>
              <a:rect l="l" t="t" r="r" b="b"/>
              <a:pathLst>
                <a:path w="3901440" h="3099816">
                  <a:moveTo>
                    <a:pt x="3901440" y="3099816"/>
                  </a:moveTo>
                  <a:lnTo>
                    <a:pt x="0" y="3099816"/>
                  </a:lnTo>
                  <a:lnTo>
                    <a:pt x="0" y="0"/>
                  </a:lnTo>
                  <a:lnTo>
                    <a:pt x="3901440" y="0"/>
                  </a:lnTo>
                  <a:lnTo>
                    <a:pt x="3901440" y="3099816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140712" y="3550322"/>
            <a:ext cx="1240579" cy="124057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5617793"/>
            <a:ext cx="1240579" cy="124057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0712" y="7652049"/>
            <a:ext cx="1240579" cy="124057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DD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857829">
            <a:off x="5144634" y="4823862"/>
            <a:ext cx="2947467" cy="4342492"/>
          </a:xfrm>
          <a:custGeom>
            <a:avLst/>
            <a:gdLst/>
            <a:ahLst/>
            <a:cxnLst/>
            <a:rect l="l" t="t" r="r" b="b"/>
            <a:pathLst>
              <a:path w="2947467" h="4342492">
                <a:moveTo>
                  <a:pt x="0" y="0"/>
                </a:moveTo>
                <a:lnTo>
                  <a:pt x="2947467" y="0"/>
                </a:lnTo>
                <a:lnTo>
                  <a:pt x="2947467" y="4342492"/>
                </a:lnTo>
                <a:lnTo>
                  <a:pt x="0" y="4342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93281" y="888097"/>
            <a:ext cx="3180335" cy="2413079"/>
          </a:xfrm>
          <a:custGeom>
            <a:avLst/>
            <a:gdLst/>
            <a:ahLst/>
            <a:cxnLst/>
            <a:rect l="l" t="t" r="r" b="b"/>
            <a:pathLst>
              <a:path w="3180335" h="2413079">
                <a:moveTo>
                  <a:pt x="0" y="0"/>
                </a:moveTo>
                <a:lnTo>
                  <a:pt x="3180335" y="0"/>
                </a:lnTo>
                <a:lnTo>
                  <a:pt x="3180335" y="2413079"/>
                </a:lnTo>
                <a:lnTo>
                  <a:pt x="0" y="2413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345714" y="1068453"/>
            <a:ext cx="7680897" cy="186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601"/>
              </a:lnSpc>
              <a:spcBef>
                <a:spcPct val="0"/>
              </a:spcBef>
            </a:pPr>
            <a:r>
              <a:rPr lang="en-US" sz="6736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WHAT TO INCLUDE WHEN YOU SHOWCASE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45714" y="3576840"/>
            <a:ext cx="830574" cy="74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3"/>
              </a:lnSpc>
            </a:pPr>
            <a:r>
              <a:rPr lang="en-US" sz="5720" spc="-46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49002" y="5590632"/>
            <a:ext cx="830574" cy="74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3"/>
              </a:lnSpc>
              <a:spcBef>
                <a:spcPct val="0"/>
              </a:spcBef>
            </a:pPr>
            <a:r>
              <a:rPr lang="en-US" sz="5720" u="none" strike="noStrike" spc="-46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55994" y="3556715"/>
            <a:ext cx="6703306" cy="149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What I Made: Describe your Teachable Machine model or Scratch game. Tell everyone about your awesome creation!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55994" y="5482018"/>
            <a:ext cx="6703306" cy="149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How It Works: Explain how your project does what it does. Share the cool steps that make it run!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55994" y="7487361"/>
            <a:ext cx="6703306" cy="149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7"/>
              </a:lnSpc>
            </a:pPr>
            <a:r>
              <a:rPr lang="en-US" sz="2791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What I Learned: Share something new you discovered or a skill you gained. What was fun or challenging?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49002" y="7638008"/>
            <a:ext cx="830574" cy="74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3"/>
              </a:lnSpc>
              <a:spcBef>
                <a:spcPct val="0"/>
              </a:spcBef>
            </a:pPr>
            <a:r>
              <a:rPr lang="en-US" sz="5720" spc="-463">
                <a:solidFill>
                  <a:srgbClr val="202B56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B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28339" y="3782555"/>
            <a:ext cx="9231322" cy="4049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404"/>
              </a:lnSpc>
              <a:spcBef>
                <a:spcPct val="0"/>
              </a:spcBef>
            </a:pPr>
            <a:r>
              <a:rPr lang="en-US" sz="14698" u="none" strike="noStrik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YOU'RE ALL</a:t>
            </a:r>
          </a:p>
          <a:p>
            <a:pPr marL="0" lvl="0" indent="0" algn="ctr">
              <a:lnSpc>
                <a:spcPts val="14404"/>
              </a:lnSpc>
              <a:spcBef>
                <a:spcPct val="0"/>
              </a:spcBef>
            </a:pPr>
            <a:r>
              <a:rPr lang="en-US" sz="14698" u="none" strike="noStrike">
                <a:solidFill>
                  <a:srgbClr val="202B56"/>
                </a:solidFill>
                <a:latin typeface="Childling"/>
                <a:ea typeface="Childling"/>
                <a:cs typeface="Childling"/>
                <a:sym typeface="Childling"/>
              </a:rPr>
              <a:t>WINNERS!</a:t>
            </a:r>
          </a:p>
        </p:txBody>
      </p:sp>
      <p:sp>
        <p:nvSpPr>
          <p:cNvPr id="3" name="Freeform 3"/>
          <p:cNvSpPr/>
          <p:nvPr/>
        </p:nvSpPr>
        <p:spPr>
          <a:xfrm rot="664780">
            <a:off x="13584072" y="1672053"/>
            <a:ext cx="3136187" cy="7251299"/>
          </a:xfrm>
          <a:custGeom>
            <a:avLst/>
            <a:gdLst/>
            <a:ahLst/>
            <a:cxnLst/>
            <a:rect l="l" t="t" r="r" b="b"/>
            <a:pathLst>
              <a:path w="3136187" h="7251299">
                <a:moveTo>
                  <a:pt x="0" y="0"/>
                </a:moveTo>
                <a:lnTo>
                  <a:pt x="3136187" y="0"/>
                </a:lnTo>
                <a:lnTo>
                  <a:pt x="3136187" y="7251299"/>
                </a:lnTo>
                <a:lnTo>
                  <a:pt x="0" y="7251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36611" y="3951238"/>
            <a:ext cx="3864342" cy="3688022"/>
          </a:xfrm>
          <a:custGeom>
            <a:avLst/>
            <a:gdLst/>
            <a:ahLst/>
            <a:cxnLst/>
            <a:rect l="l" t="t" r="r" b="b"/>
            <a:pathLst>
              <a:path w="3864342" h="3688022">
                <a:moveTo>
                  <a:pt x="0" y="0"/>
                </a:moveTo>
                <a:lnTo>
                  <a:pt x="3864342" y="0"/>
                </a:lnTo>
                <a:lnTo>
                  <a:pt x="3864342" y="3688022"/>
                </a:lnTo>
                <a:lnTo>
                  <a:pt x="0" y="36880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555081" y="1315854"/>
            <a:ext cx="2376892" cy="2390283"/>
          </a:xfrm>
          <a:custGeom>
            <a:avLst/>
            <a:gdLst/>
            <a:ahLst/>
            <a:cxnLst/>
            <a:rect l="l" t="t" r="r" b="b"/>
            <a:pathLst>
              <a:path w="2376892" h="2390283">
                <a:moveTo>
                  <a:pt x="0" y="0"/>
                </a:moveTo>
                <a:lnTo>
                  <a:pt x="2376892" y="0"/>
                </a:lnTo>
                <a:lnTo>
                  <a:pt x="2376892" y="2390283"/>
                </a:lnTo>
                <a:lnTo>
                  <a:pt x="0" y="2390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Custom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Childos Arabic</vt:lpstr>
      <vt:lpstr>Calibri</vt:lpstr>
      <vt:lpstr>Childling</vt:lpstr>
      <vt:lpstr>Arial</vt:lpstr>
      <vt:lpstr>Childos Arabic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 Demo Day: Kids Presentations</dc:title>
  <cp:lastModifiedBy>JAGADISH JEEVAN SAI</cp:lastModifiedBy>
  <cp:revision>3</cp:revision>
  <dcterms:created xsi:type="dcterms:W3CDTF">2006-08-16T00:00:00Z</dcterms:created>
  <dcterms:modified xsi:type="dcterms:W3CDTF">2026-04-24T07:55:16Z</dcterms:modified>
  <dc:identifier>DAHHv_fskrI</dc:identifier>
</cp:coreProperties>
</file>