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6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5429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7C3AED">
              <a:alpha val="40000"/>
            </a:srgbClr>
          </a:solidFill>
          <a:ln w="12700">
            <a:solidFill>
              <a:srgbClr val="7C3AED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0" y="2743200"/>
            <a:ext cx="3200400" cy="3200400"/>
          </a:xfrm>
          <a:prstGeom prst="ellipse">
            <a:avLst/>
          </a:prstGeom>
          <a:solidFill>
            <a:srgbClr val="EC4899">
              <a:alpha val="30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-457200"/>
            <a:ext cx="2286000" cy="2286000"/>
          </a:xfrm>
          <a:prstGeom prst="ellipse">
            <a:avLst/>
          </a:prstGeom>
          <a:solidFill>
            <a:srgbClr val="F59E0B">
              <a:alpha val="25000"/>
            </a:srgbClr>
          </a:solidFill>
          <a:ln w="12700">
            <a:solidFill>
              <a:srgbClr val="F59E0B">
                <a:alpha val="2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3200400"/>
            <a:ext cx="1828800" cy="1828800"/>
          </a:xfrm>
          <a:prstGeom prst="ellipse">
            <a:avLst/>
          </a:prstGeom>
          <a:solidFill>
            <a:srgbClr val="0891B2">
              <a:alpha val="25000"/>
            </a:srgbClr>
          </a:solidFill>
          <a:ln w="12700">
            <a:solidFill>
              <a:srgbClr val="0891B2">
                <a:alpha val="25000"/>
              </a:srgbClr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731520"/>
            <a:ext cx="2194560" cy="2194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91840" y="640080"/>
            <a:ext cx="1280160" cy="502920"/>
          </a:xfrm>
          <a:prstGeom prst="roundRect">
            <a:avLst>
              <a:gd name="adj" fmla="val 27273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91840" y="6400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1B4B"/>
                </a:solidFill>
              </a:rPr>
              <a:t>DAY 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017520" y="1188720"/>
            <a:ext cx="5669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 the AI! 🤖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3017520" y="214884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DDD6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Demystifying AI &amp; Algorithms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3017520" y="2880360"/>
            <a:ext cx="1371600" cy="457200"/>
          </a:xfrm>
          <a:prstGeom prst="roundRect">
            <a:avLst>
              <a:gd name="adj" fmla="val 24000"/>
            </a:avLst>
          </a:prstGeom>
          <a:solidFill>
            <a:srgbClr val="10B981">
              <a:alpha val="70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17520" y="2880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🎮 Fun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663440" y="2880360"/>
            <a:ext cx="1371600" cy="457200"/>
          </a:xfrm>
          <a:prstGeom prst="roundRect">
            <a:avLst>
              <a:gd name="adj" fmla="val 24000"/>
            </a:avLst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663440" y="2880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🧠 Think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309360" y="2880360"/>
            <a:ext cx="1371600" cy="457200"/>
          </a:xfrm>
          <a:prstGeom prst="roundRect">
            <a:avLst>
              <a:gd name="adj" fmla="val 24000"/>
            </a:avLst>
          </a:prstGeom>
          <a:solidFill>
            <a:srgbClr val="EC4899">
              <a:alpha val="70000"/>
            </a:srgbClr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09360" y="2880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✨ Create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017520" y="4206240"/>
            <a:ext cx="5669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B4B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Kids · Grade 6–10</a:t>
            </a:r>
            <a:endParaRPr lang="en-US" sz="13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389120"/>
            <a:ext cx="292608" cy="292608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4572000"/>
            <a:ext cx="292608" cy="292608"/>
          </a:xfrm>
          <a:prstGeom prst="rect">
            <a:avLst/>
          </a:prstGeom>
        </p:spPr>
      </p:pic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4389120"/>
            <a:ext cx="292608" cy="292608"/>
          </a:xfrm>
          <a:prstGeom prst="rect">
            <a:avLst/>
          </a:prstGeom>
        </p:spPr>
      </p:pic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4572000"/>
            <a:ext cx="292608" cy="292608"/>
          </a:xfrm>
          <a:prstGeom prst="rect">
            <a:avLst/>
          </a:prstGeom>
        </p:spPr>
      </p:pic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4389120"/>
            <a:ext cx="292608" cy="2926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🤔 What IS Artificial Intelligence?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43000"/>
            <a:ext cx="2194560" cy="2194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51760" y="1097280"/>
            <a:ext cx="6217920" cy="1234440"/>
          </a:xfrm>
          <a:prstGeom prst="rect">
            <a:avLst/>
          </a:prstGeom>
          <a:solidFill>
            <a:srgbClr val="7C3AED">
              <a:alpha val="12000"/>
            </a:srgbClr>
          </a:solidFill>
          <a:ln w="12700">
            <a:solidFill>
              <a:srgbClr val="7C3AED">
                <a:alpha val="60000"/>
              </a:srgbClr>
            </a:solidFill>
            <a:prstDash val="solid"/>
          </a:ln>
          <a:effectLst>
            <a:outerShdw blurRad="76200" dist="25400" dir="8100000" algn="bl" rotWithShape="0">
              <a:srgbClr val="7C3AED">
                <a:alpha val="1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2743200" y="1170432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en-US" sz="17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machines that learn &amp; solve problems like humans! 🚀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320040" y="251460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4899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20040" y="2514600"/>
            <a:ext cx="2743200" cy="7315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93192" y="26334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🎵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93192" y="3291840"/>
            <a:ext cx="25968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in Music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29768" y="3703320"/>
            <a:ext cx="25237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learns what songs YOU love!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246120" y="251460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46120" y="251460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19272" y="26334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🗣️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319272" y="3291840"/>
            <a:ext cx="25968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in Speech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355848" y="3703320"/>
            <a:ext cx="25237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Siri &amp; Alexa understand your voice!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172200" y="251460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>
                <a:alpha val="40000"/>
              </a:srgbClr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172200" y="2514600"/>
            <a:ext cx="2743200" cy="7315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45352" y="26334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📸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245352" y="3291840"/>
            <a:ext cx="25968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in Photos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281928" y="3703320"/>
            <a:ext cx="2523744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unlock recognises your face!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⚙️ Algorithms: The Secret Recipe!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3931920" cy="105156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Think of an algorithm like a recipe — step-by-step instructions a computer follows!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365760" y="2331720"/>
            <a:ext cx="1920240" cy="1691640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1️⃣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38912" y="30175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 data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286000" y="3063240"/>
            <a:ext cx="27432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23160" y="2898648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60320" y="2331720"/>
            <a:ext cx="1920240" cy="1691640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2️⃣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33472" y="30175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Follow rules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480560" y="3063240"/>
            <a:ext cx="27432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2898648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2331720"/>
            <a:ext cx="1920240" cy="1691640"/>
          </a:xfrm>
          <a:prstGeom prst="rect">
            <a:avLst/>
          </a:prstGeom>
          <a:solidFill>
            <a:srgbClr val="EC4899">
              <a:alpha val="15000"/>
            </a:srgbClr>
          </a:solidFill>
          <a:ln w="12700">
            <a:solidFill>
              <a:srgbClr val="EC4899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5488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3️⃣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828032" y="30175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 it out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75120" y="3063240"/>
            <a:ext cx="27432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12280" y="2898648"/>
            <a:ext cx="201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9440" y="2331720"/>
            <a:ext cx="1920240" cy="1691640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949440" y="237744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4️⃣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022592" y="30175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OUTPUT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Show result</a:t>
            </a:r>
            <a:endParaRPr lang="en-US" sz="1250" dirty="0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051560"/>
            <a:ext cx="1645920" cy="105156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217920" y="1051560"/>
            <a:ext cx="2651760" cy="1051560"/>
          </a:xfrm>
          <a:prstGeom prst="rect">
            <a:avLst/>
          </a:prstGeom>
          <a:solidFill>
            <a:srgbClr val="CFFAF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09360" y="10972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Real Example: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YouTube's algorithm picks videos it thinks you'll watch next!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891B2">
                <a:alpha val="1500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74320" y="4663440"/>
            <a:ext cx="859536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KEY POINT: Every app, game, and website uses algorithms behind the scenes!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0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🌍 AI Is Already in Your World!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>
                <a:alpha val="5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64008" cy="1691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85800" cy="685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011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7C3AE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Video Games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37744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controls enemies &amp; NPCs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4612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C4899">
                <a:alpha val="5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46120" y="1143000"/>
            <a:ext cx="64008" cy="16916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325880"/>
            <a:ext cx="685800" cy="6858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55848" y="2011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Music Apps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355848" y="237744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your next favourite song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72200" y="11430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0891B2">
                <a:alpha val="5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72200" y="1143000"/>
            <a:ext cx="64008" cy="1691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325880"/>
            <a:ext cx="685800" cy="6858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81928" y="2011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Self-Driving Cars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281928" y="237744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sees &amp; reacts to the road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320040" y="30632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0B981">
                <a:alpha val="5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320040" y="3063240"/>
            <a:ext cx="64008" cy="1691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11480" y="3200400"/>
            <a:ext cx="777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🏥</a:t>
            </a:r>
            <a:endParaRPr lang="en-US" sz="2600" dirty="0"/>
          </a:p>
        </p:txBody>
      </p:sp>
      <p:sp>
        <p:nvSpPr>
          <p:cNvPr id="22" name="Text 17"/>
          <p:cNvSpPr/>
          <p:nvPr/>
        </p:nvSpPr>
        <p:spPr>
          <a:xfrm>
            <a:off x="429768" y="3931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Healthcare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429768" y="429768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spots diseases in X-rays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3246120" y="30632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59E0B">
                <a:alpha val="5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3246120" y="3063240"/>
            <a:ext cx="64008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337560" y="3200400"/>
            <a:ext cx="777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27" name="Text 22"/>
          <p:cNvSpPr/>
          <p:nvPr/>
        </p:nvSpPr>
        <p:spPr>
          <a:xfrm>
            <a:off x="3355848" y="3931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Phone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355848" y="429768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ID &amp; smart autocorrect</a:t>
            </a:r>
            <a:endParaRPr lang="en-US" sz="1150" dirty="0"/>
          </a:p>
        </p:txBody>
      </p:sp>
      <p:sp>
        <p:nvSpPr>
          <p:cNvPr id="29" name="Shape 24"/>
          <p:cNvSpPr/>
          <p:nvPr/>
        </p:nvSpPr>
        <p:spPr>
          <a:xfrm>
            <a:off x="6172200" y="306324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>
                <a:alpha val="50000"/>
              </a:srgbClr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172200" y="3063240"/>
            <a:ext cx="64008" cy="16916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263640" y="3200400"/>
            <a:ext cx="777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🛒</a:t>
            </a:r>
            <a:endParaRPr lang="en-US" sz="2600" dirty="0"/>
          </a:p>
        </p:txBody>
      </p:sp>
      <p:sp>
        <p:nvSpPr>
          <p:cNvPr id="32" name="Text 27"/>
          <p:cNvSpPr/>
          <p:nvPr/>
        </p:nvSpPr>
        <p:spPr>
          <a:xfrm>
            <a:off x="6281928" y="39319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Shopping</a:t>
            </a:r>
            <a:endParaRPr lang="en-US" sz="1350" dirty="0"/>
          </a:p>
        </p:txBody>
      </p:sp>
      <p:sp>
        <p:nvSpPr>
          <p:cNvPr id="33" name="Text 28"/>
          <p:cNvSpPr/>
          <p:nvPr/>
        </p:nvSpPr>
        <p:spPr>
          <a:xfrm>
            <a:off x="6281928" y="429768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recommends products for you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C1D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EC4899">
              <a:alpha val="20000"/>
            </a:srgbClr>
          </a:solidFill>
          <a:ln w="12700">
            <a:solidFill>
              <a:srgbClr val="EC4899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0891B2">
              <a:alpha val="20000"/>
            </a:srgbClr>
          </a:solidFill>
          <a:ln w="12700">
            <a:solidFill>
              <a:srgbClr val="0891B2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0" y="3474720"/>
            <a:ext cx="1828800" cy="1828800"/>
          </a:xfrm>
          <a:prstGeom prst="ellipse">
            <a:avLst/>
          </a:prstGeom>
          <a:solidFill>
            <a:srgbClr val="F59E0B">
              <a:alpha val="20000"/>
            </a:srgbClr>
          </a:solidFill>
          <a:ln w="12700">
            <a:solidFill>
              <a:srgbClr val="F59E0B">
                <a:alpha val="2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286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🎉 Activity Time!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DDD6F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think like an AI!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7680960" cy="1024128"/>
          </a:xfrm>
          <a:prstGeom prst="rect">
            <a:avLst/>
          </a:prstGeom>
          <a:solidFill>
            <a:srgbClr val="2D1B69"/>
          </a:solidFill>
          <a:ln w="12700">
            <a:solidFill>
              <a:srgbClr val="EC4899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673352"/>
            <a:ext cx="658368" cy="65836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73352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1B4B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36192" y="1581912"/>
            <a:ext cx="6675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🧠 Spot the AI!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36192" y="1947672"/>
            <a:ext cx="6675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around the room — name 5 things you use that might have AI inside them!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2670048"/>
            <a:ext cx="7680960" cy="1024128"/>
          </a:xfrm>
          <a:prstGeom prst="rect">
            <a:avLst/>
          </a:prstGeom>
          <a:solidFill>
            <a:srgbClr val="2D1B69"/>
          </a:solidFill>
          <a:ln w="12700">
            <a:solidFill>
              <a:srgbClr val="0891B2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834640"/>
            <a:ext cx="658368" cy="658368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8346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1B4B"/>
                </a:solidFill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36192" y="2743200"/>
            <a:ext cx="6675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📋 Be an Algorithm!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536192" y="3108960"/>
            <a:ext cx="6675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step-by-step instructions to make a sandwich. A robot must follow them exactly!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31520" y="3831336"/>
            <a:ext cx="7680960" cy="1024128"/>
          </a:xfrm>
          <a:prstGeom prst="rect">
            <a:avLst/>
          </a:prstGeom>
          <a:solidFill>
            <a:srgbClr val="2D1B69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995928"/>
            <a:ext cx="658368" cy="6583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959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1B4B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36192" y="3904488"/>
            <a:ext cx="6675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🗣️ AI or Not?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36192" y="4270248"/>
            <a:ext cx="66751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teacher says a sentence — is it describing AI or just a normal computer program?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47365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891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AI for Kids – Day 1  |  Keep exploring, keep questioning!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295</Words>
  <Application>Microsoft Office PowerPoint</Application>
  <PresentationFormat>On-screen Show (16:9)</PresentationFormat>
  <Paragraphs>71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Arial Black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 the AI! - Day 1</dc:title>
  <dc:subject>PptxGenJS Presentation</dc:subject>
  <dc:creator>PptxGenJS</dc:creator>
  <cp:lastModifiedBy>JAGADISH JEEVAN SAI</cp:lastModifiedBy>
  <cp:revision>2</cp:revision>
  <dcterms:created xsi:type="dcterms:W3CDTF">2026-04-18T09:27:55Z</dcterms:created>
  <dcterms:modified xsi:type="dcterms:W3CDTF">2026-04-18T09:32:32Z</dcterms:modified>
</cp:coreProperties>
</file>