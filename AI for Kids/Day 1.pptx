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uce" panose="020B0604020202020204" charset="0"/>
      <p:regular r:id="rId11"/>
    </p:embeddedFont>
    <p:embeddedFont>
      <p:font typeface="Open Sauce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99680" y="-12393"/>
            <a:ext cx="5188320" cy="5155893"/>
          </a:xfrm>
          <a:custGeom>
            <a:avLst/>
            <a:gdLst/>
            <a:ahLst/>
            <a:cxnLst/>
            <a:rect l="l" t="t" r="r" b="b"/>
            <a:pathLst>
              <a:path w="5188320" h="5155893">
                <a:moveTo>
                  <a:pt x="0" y="0"/>
                </a:moveTo>
                <a:lnTo>
                  <a:pt x="5188320" y="0"/>
                </a:lnTo>
                <a:lnTo>
                  <a:pt x="5188320" y="5155893"/>
                </a:lnTo>
                <a:lnTo>
                  <a:pt x="0" y="515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89506" y="5143500"/>
            <a:ext cx="5098494" cy="5143500"/>
          </a:xfrm>
          <a:custGeom>
            <a:avLst/>
            <a:gdLst/>
            <a:ahLst/>
            <a:cxnLst/>
            <a:rect l="l" t="t" r="r" b="b"/>
            <a:pathLst>
              <a:path w="5098494" h="5143500">
                <a:moveTo>
                  <a:pt x="0" y="0"/>
                </a:moveTo>
                <a:lnTo>
                  <a:pt x="5098494" y="0"/>
                </a:lnTo>
                <a:lnTo>
                  <a:pt x="50984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8200" y="1333500"/>
            <a:ext cx="11762313" cy="3489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63"/>
              </a:lnSpc>
            </a:pPr>
            <a:endParaRPr lang="en-US" sz="15306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0" lvl="0" indent="0" algn="l">
              <a:lnSpc>
                <a:spcPts val="13163"/>
              </a:lnSpc>
            </a:pPr>
            <a:r>
              <a:rPr lang="en-US" sz="1530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Meet the AI!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0" y="6057900"/>
            <a:ext cx="10720144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4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Demystifying AI &amp; Algorithms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72900" y="0"/>
            <a:ext cx="5486400" cy="10287000"/>
            <a:chOff x="0" y="0"/>
            <a:chExt cx="73152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216" r="3216"/>
            <a:stretch>
              <a:fillRect/>
            </a:stretch>
          </p:blipFill>
          <p:spPr>
            <a:xfrm>
              <a:off x="0" y="0"/>
              <a:ext cx="7315200" cy="13716000"/>
            </a:xfrm>
            <a:prstGeom prst="rect">
              <a:avLst/>
            </a:prstGeom>
          </p:spPr>
        </p:pic>
      </p:grpSp>
      <p:sp>
        <p:nvSpPr>
          <p:cNvPr id="5" name="Freeform 5"/>
          <p:cNvSpPr/>
          <p:nvPr/>
        </p:nvSpPr>
        <p:spPr>
          <a:xfrm rot="-923620">
            <a:off x="258415" y="24046"/>
            <a:ext cx="3217375" cy="3068572"/>
          </a:xfrm>
          <a:custGeom>
            <a:avLst/>
            <a:gdLst/>
            <a:ahLst/>
            <a:cxnLst/>
            <a:rect l="l" t="t" r="r" b="b"/>
            <a:pathLst>
              <a:path w="3217375" h="3068572">
                <a:moveTo>
                  <a:pt x="0" y="0"/>
                </a:moveTo>
                <a:lnTo>
                  <a:pt x="3217376" y="0"/>
                </a:lnTo>
                <a:lnTo>
                  <a:pt x="3217376" y="3068571"/>
                </a:lnTo>
                <a:lnTo>
                  <a:pt x="0" y="3068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69488">
            <a:off x="-506443" y="5916705"/>
            <a:ext cx="3543898" cy="3083191"/>
          </a:xfrm>
          <a:custGeom>
            <a:avLst/>
            <a:gdLst/>
            <a:ahLst/>
            <a:cxnLst/>
            <a:rect l="l" t="t" r="r" b="b"/>
            <a:pathLst>
              <a:path w="3543898" h="3083191">
                <a:moveTo>
                  <a:pt x="0" y="0"/>
                </a:moveTo>
                <a:lnTo>
                  <a:pt x="3543898" y="0"/>
                </a:lnTo>
                <a:lnTo>
                  <a:pt x="3543898" y="3083192"/>
                </a:lnTo>
                <a:lnTo>
                  <a:pt x="0" y="3083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83049" y="1558331"/>
            <a:ext cx="2525577" cy="3061306"/>
          </a:xfrm>
          <a:custGeom>
            <a:avLst/>
            <a:gdLst/>
            <a:ahLst/>
            <a:cxnLst/>
            <a:rect l="l" t="t" r="r" b="b"/>
            <a:pathLst>
              <a:path w="2525577" h="3061306">
                <a:moveTo>
                  <a:pt x="0" y="0"/>
                </a:moveTo>
                <a:lnTo>
                  <a:pt x="2525577" y="0"/>
                </a:lnTo>
                <a:lnTo>
                  <a:pt x="2525577" y="3061306"/>
                </a:lnTo>
                <a:lnTo>
                  <a:pt x="0" y="3061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25354" y="1181100"/>
            <a:ext cx="7145417" cy="334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00"/>
              </a:lnSpc>
            </a:pPr>
            <a:r>
              <a:rPr lang="en-US" sz="8000" b="1" dirty="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Artificial Intelligence?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25354" y="7640478"/>
            <a:ext cx="5640467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Let's Find Out Together! Get ready for an amazing adventure into the world of AI!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15076">
            <a:off x="2264539" y="-927258"/>
            <a:ext cx="6331853" cy="3213416"/>
          </a:xfrm>
          <a:custGeom>
            <a:avLst/>
            <a:gdLst/>
            <a:ahLst/>
            <a:cxnLst/>
            <a:rect l="l" t="t" r="r" b="b"/>
            <a:pathLst>
              <a:path w="6331853" h="3213416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34139" y="-515370"/>
            <a:ext cx="3915928" cy="3891453"/>
          </a:xfrm>
          <a:custGeom>
            <a:avLst/>
            <a:gdLst/>
            <a:ahLst/>
            <a:cxnLst/>
            <a:rect l="l" t="t" r="r" b="b"/>
            <a:pathLst>
              <a:path w="3915928" h="3891453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15492103" y="3376083"/>
            <a:ext cx="2971940" cy="3629851"/>
          </a:xfrm>
          <a:custGeom>
            <a:avLst/>
            <a:gdLst/>
            <a:ahLst/>
            <a:cxnLst/>
            <a:rect l="l" t="t" r="r" b="b"/>
            <a:pathLst>
              <a:path w="2971940" h="3629851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07528" y="8125253"/>
            <a:ext cx="2971941" cy="2391291"/>
          </a:xfrm>
          <a:custGeom>
            <a:avLst/>
            <a:gdLst/>
            <a:ahLst/>
            <a:cxnLst/>
            <a:rect l="l" t="t" r="r" b="b"/>
            <a:pathLst>
              <a:path w="5142245" h="4666588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189756">
            <a:off x="-1045942" y="2925625"/>
            <a:ext cx="3413677" cy="2568792"/>
          </a:xfrm>
          <a:custGeom>
            <a:avLst/>
            <a:gdLst/>
            <a:ahLst/>
            <a:cxnLst/>
            <a:rect l="l" t="t" r="r" b="b"/>
            <a:pathLst>
              <a:path w="3413677" h="2568792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78330" y="8125253"/>
            <a:ext cx="3915928" cy="3778870"/>
          </a:xfrm>
          <a:custGeom>
            <a:avLst/>
            <a:gdLst/>
            <a:ahLst/>
            <a:cxnLst/>
            <a:rect l="l" t="t" r="r" b="b"/>
            <a:pathLst>
              <a:path w="3915928" h="3778870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28578" y="6033558"/>
            <a:ext cx="41089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What AI Sees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7153" y="7118562"/>
            <a:ext cx="4051842" cy="144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uses cameras and sensors to look at pictures, words, and sounds - just like your eyes and ears!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9504" y="6033558"/>
            <a:ext cx="41089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What AI Learns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18079" y="7118562"/>
            <a:ext cx="4051842" cy="144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learns from lots of examples, like how you learn to recognize animals by seeing many cats and dogs!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50429" y="6033558"/>
            <a:ext cx="41089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What AI Does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79004" y="7118562"/>
            <a:ext cx="4051842" cy="144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helps us solve problems and make things easier, like suggesting fun videos or helping cars drive safely!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92259" y="1928283"/>
            <a:ext cx="12303482" cy="310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1"/>
              </a:lnSpc>
            </a:pPr>
            <a:r>
              <a:rPr lang="en-US" sz="11991" b="1" dirty="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Three Big Ideas About AI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6" y="0"/>
            <a:ext cx="5247515" cy="4972021"/>
          </a:xfrm>
          <a:custGeom>
            <a:avLst/>
            <a:gdLst/>
            <a:ahLst/>
            <a:cxnLst/>
            <a:rect l="l" t="t" r="r" b="b"/>
            <a:pathLst>
              <a:path w="5247515" h="4972021">
                <a:moveTo>
                  <a:pt x="0" y="0"/>
                </a:moveTo>
                <a:lnTo>
                  <a:pt x="5247516" y="0"/>
                </a:lnTo>
                <a:lnTo>
                  <a:pt x="5247516" y="4972021"/>
                </a:lnTo>
                <a:lnTo>
                  <a:pt x="0" y="4972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282" y="4972021"/>
            <a:ext cx="5268473" cy="5314979"/>
          </a:xfrm>
          <a:custGeom>
            <a:avLst/>
            <a:gdLst/>
            <a:ahLst/>
            <a:cxnLst/>
            <a:rect l="l" t="t" r="r" b="b"/>
            <a:pathLst>
              <a:path w="5268473" h="5314979">
                <a:moveTo>
                  <a:pt x="0" y="0"/>
                </a:moveTo>
                <a:lnTo>
                  <a:pt x="5268474" y="0"/>
                </a:lnTo>
                <a:lnTo>
                  <a:pt x="5268474" y="5314979"/>
                </a:lnTo>
                <a:lnTo>
                  <a:pt x="0" y="531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05290" y="1257300"/>
            <a:ext cx="11021814" cy="310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1"/>
              </a:lnSpc>
            </a:pPr>
            <a:r>
              <a:rPr lang="en-US" sz="11991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All Around Us!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05290" y="5520437"/>
            <a:ext cx="4540792" cy="92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"Hey Siri!" or "OK Google!" - these helpers use AI to understand what you say and answer your questions!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82190" y="5520437"/>
            <a:ext cx="4540792" cy="92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makes game characters smarter! It helps them chase, hide, and play against you like real opponents.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05290" y="8358887"/>
            <a:ext cx="4540792" cy="92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YouTube or Netflix suggests videos you might like, that's AI learning what makes you smile!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2190" y="8358887"/>
            <a:ext cx="4540792" cy="92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Some toys can talk back, learn your name, and even play games with you - all thanks to AI!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5290" y="4797807"/>
            <a:ext cx="45407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Voice Assistants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82190" y="4797807"/>
            <a:ext cx="45407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Video Games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5290" y="7636257"/>
            <a:ext cx="45407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Recommendations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82190" y="7636257"/>
            <a:ext cx="45407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Smart Toys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73088" y="0"/>
            <a:ext cx="5014912" cy="5143500"/>
          </a:xfrm>
          <a:custGeom>
            <a:avLst/>
            <a:gdLst/>
            <a:ahLst/>
            <a:cxnLst/>
            <a:rect l="l" t="t" r="r" b="b"/>
            <a:pathLst>
              <a:path w="5014912" h="5143500">
                <a:moveTo>
                  <a:pt x="0" y="0"/>
                </a:moveTo>
                <a:lnTo>
                  <a:pt x="5014912" y="0"/>
                </a:lnTo>
                <a:lnTo>
                  <a:pt x="501491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70687" y="5505255"/>
            <a:ext cx="4614282" cy="4614282"/>
          </a:xfrm>
          <a:custGeom>
            <a:avLst/>
            <a:gdLst/>
            <a:ahLst/>
            <a:cxnLst/>
            <a:rect l="l" t="t" r="r" b="b"/>
            <a:pathLst>
              <a:path w="4614282" h="4614282">
                <a:moveTo>
                  <a:pt x="0" y="0"/>
                </a:moveTo>
                <a:lnTo>
                  <a:pt x="4614282" y="0"/>
                </a:lnTo>
                <a:lnTo>
                  <a:pt x="4614282" y="4614282"/>
                </a:lnTo>
                <a:lnTo>
                  <a:pt x="0" y="4614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93487" y="5956056"/>
            <a:ext cx="5950492" cy="92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An algorithm is step-by-step instructions that computers follow, just like how you follow a recipe to bake cookies!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3487" y="5076825"/>
            <a:ext cx="59504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It's Like a Recipe!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3487" y="7426781"/>
            <a:ext cx="581079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Computers Need Directions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3487" y="8306012"/>
            <a:ext cx="6013453" cy="92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Without algorithms, computers wouldn't know what to do! They help computers solve problems one step at a time.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3487" y="1257300"/>
            <a:ext cx="10569686" cy="310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1"/>
              </a:lnSpc>
            </a:pPr>
            <a:r>
              <a:rPr lang="en-US" sz="11991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What's an Algorithm?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4660" y="0"/>
            <a:ext cx="5897369" cy="10287000"/>
            <a:chOff x="0" y="0"/>
            <a:chExt cx="7863159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86" b="286"/>
            <a:stretch>
              <a:fillRect/>
            </a:stretch>
          </p:blipFill>
          <p:spPr>
            <a:xfrm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344930" y="-230074"/>
            <a:ext cx="6970901" cy="10969398"/>
            <a:chOff x="0" y="0"/>
            <a:chExt cx="2630007" cy="41385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30007" cy="4138574"/>
            </a:xfrm>
            <a:custGeom>
              <a:avLst/>
              <a:gdLst/>
              <a:ahLst/>
              <a:cxnLst/>
              <a:rect l="l" t="t" r="r" b="b"/>
              <a:pathLst>
                <a:path w="2630007" h="4138574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id="6" name="Freeform 6"/>
          <p:cNvSpPr/>
          <p:nvPr/>
        </p:nvSpPr>
        <p:spPr>
          <a:xfrm>
            <a:off x="344000" y="3590182"/>
            <a:ext cx="6631711" cy="6253835"/>
          </a:xfrm>
          <a:custGeom>
            <a:avLst/>
            <a:gdLst/>
            <a:ahLst/>
            <a:cxnLst/>
            <a:rect l="l" t="t" r="r" b="b"/>
            <a:pathLst>
              <a:path w="6631711" h="6253835">
                <a:moveTo>
                  <a:pt x="0" y="0"/>
                </a:moveTo>
                <a:lnTo>
                  <a:pt x="6631711" y="0"/>
                </a:lnTo>
                <a:lnTo>
                  <a:pt x="6631711" y="6253836"/>
                </a:lnTo>
                <a:lnTo>
                  <a:pt x="0" y="6253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762958" y="7241345"/>
            <a:ext cx="449634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Playing a Game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62958" y="4231445"/>
            <a:ext cx="449634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Getting Dressed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62958" y="1381565"/>
            <a:ext cx="4496342" cy="54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Making a Sandwich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62958" y="8082475"/>
            <a:ext cx="4222753" cy="118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Roll the dice, move your piece, follow the rules - games have algorithms too!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2958" y="5072575"/>
            <a:ext cx="4222753" cy="118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Underwear first, then pants, then shirt, then shoes - you follow steps in order!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2958" y="2222695"/>
            <a:ext cx="4222753" cy="118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First bread, then peanut butter, then jelly, then more bread - that's an algorithm!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4000" y="573933"/>
            <a:ext cx="6971904" cy="189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32"/>
              </a:lnSpc>
            </a:pPr>
            <a:r>
              <a:rPr lang="en-US" sz="7332" b="1" spc="14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Algorithms in Action!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14" r="1914"/>
            <a:stretch>
              <a:fillRect/>
            </a:stretch>
          </p:blipFill>
          <p:spPr>
            <a:xfrm>
              <a:off x="0" y="0"/>
              <a:ext cx="10668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028700" y="1028700"/>
            <a:ext cx="8115300" cy="7032088"/>
            <a:chOff x="0" y="0"/>
            <a:chExt cx="10820400" cy="9376117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3333" r="3333"/>
            <a:stretch>
              <a:fillRect/>
            </a:stretch>
          </p:blipFill>
          <p:spPr>
            <a:xfrm>
              <a:off x="0" y="0"/>
              <a:ext cx="10820400" cy="9376117"/>
            </a:xfrm>
            <a:prstGeom prst="rect">
              <a:avLst/>
            </a:prstGeom>
          </p:spPr>
        </p:pic>
      </p:grpSp>
      <p:sp>
        <p:nvSpPr>
          <p:cNvPr id="6" name="Freeform 6"/>
          <p:cNvSpPr/>
          <p:nvPr/>
        </p:nvSpPr>
        <p:spPr>
          <a:xfrm rot="19004905">
            <a:off x="-213022" y="693481"/>
            <a:ext cx="3237335" cy="2218571"/>
          </a:xfrm>
          <a:custGeom>
            <a:avLst/>
            <a:gdLst/>
            <a:ahLst/>
            <a:cxnLst/>
            <a:rect l="l" t="t" r="r" b="b"/>
            <a:pathLst>
              <a:path w="7248332" h="3778193">
                <a:moveTo>
                  <a:pt x="0" y="0"/>
                </a:moveTo>
                <a:lnTo>
                  <a:pt x="7248332" y="0"/>
                </a:lnTo>
                <a:lnTo>
                  <a:pt x="7248332" y="3778194"/>
                </a:lnTo>
                <a:lnTo>
                  <a:pt x="0" y="3778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59165" y="6779310"/>
            <a:ext cx="3569670" cy="3520587"/>
          </a:xfrm>
          <a:custGeom>
            <a:avLst/>
            <a:gdLst/>
            <a:ahLst/>
            <a:cxnLst/>
            <a:rect l="l" t="t" r="r" b="b"/>
            <a:pathLst>
              <a:path w="3569670" h="3520587">
                <a:moveTo>
                  <a:pt x="0" y="0"/>
                </a:moveTo>
                <a:lnTo>
                  <a:pt x="3569670" y="0"/>
                </a:lnTo>
                <a:lnTo>
                  <a:pt x="3569670" y="3520588"/>
                </a:lnTo>
                <a:lnTo>
                  <a:pt x="0" y="3520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8539604"/>
            <a:ext cx="6070796" cy="71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1"/>
              </a:lnSpc>
              <a:spcBef>
                <a:spcPct val="0"/>
              </a:spcBef>
            </a:pPr>
            <a:r>
              <a:rPr lang="en-US" sz="2079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Human vs AI: How We Both Learn and Solve Problems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149937" cy="5143500"/>
          </a:xfrm>
          <a:custGeom>
            <a:avLst/>
            <a:gdLst/>
            <a:ahLst/>
            <a:cxnLst/>
            <a:rect l="l" t="t" r="r" b="b"/>
            <a:pathLst>
              <a:path w="5149937" h="5143500">
                <a:moveTo>
                  <a:pt x="0" y="0"/>
                </a:moveTo>
                <a:lnTo>
                  <a:pt x="5149937" y="0"/>
                </a:lnTo>
                <a:lnTo>
                  <a:pt x="514993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149003"/>
            <a:ext cx="5149937" cy="5143500"/>
          </a:xfrm>
          <a:custGeom>
            <a:avLst/>
            <a:gdLst/>
            <a:ahLst/>
            <a:cxnLst/>
            <a:rect l="l" t="t" r="r" b="b"/>
            <a:pathLst>
              <a:path w="5149937" h="5143500">
                <a:moveTo>
                  <a:pt x="0" y="0"/>
                </a:moveTo>
                <a:lnTo>
                  <a:pt x="5149937" y="0"/>
                </a:lnTo>
                <a:lnTo>
                  <a:pt x="514993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4534376"/>
            <a:ext cx="6871242" cy="54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Needs Lots of Practice!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7174442"/>
            <a:ext cx="6871242" cy="54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Learns From Examples!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5656421"/>
            <a:ext cx="6871242" cy="76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5"/>
              </a:lnSpc>
            </a:pPr>
            <a:r>
              <a:rPr lang="en-US" sz="2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Just like learning to ride a bike or play a game, AI has to try things over and over to get better!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8296487"/>
            <a:ext cx="6871242" cy="76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5"/>
              </a:lnSpc>
            </a:pPr>
            <a:r>
              <a:rPr lang="en-US" sz="2197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AI learns by looking at tons of examples - just like how you learn new words by reading lots of books!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5818" y="1123950"/>
            <a:ext cx="12303482" cy="310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991"/>
              </a:lnSpc>
            </a:pPr>
            <a:r>
              <a:rPr lang="en-US" sz="11991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Cool Things to Know About AI!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418215">
            <a:off x="15052973" y="711997"/>
            <a:ext cx="4412654" cy="4114800"/>
          </a:xfrm>
          <a:custGeom>
            <a:avLst/>
            <a:gdLst/>
            <a:ahLst/>
            <a:cxnLst/>
            <a:rect l="l" t="t" r="r" b="b"/>
            <a:pathLst>
              <a:path w="4412654" h="4114800">
                <a:moveTo>
                  <a:pt x="0" y="0"/>
                </a:moveTo>
                <a:lnTo>
                  <a:pt x="4412654" y="0"/>
                </a:lnTo>
                <a:lnTo>
                  <a:pt x="4412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28725"/>
            <a:ext cx="13020682" cy="425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00"/>
              </a:lnSpc>
              <a:spcBef>
                <a:spcPct val="0"/>
              </a:spcBef>
            </a:pPr>
            <a:r>
              <a:rPr lang="en-US" sz="110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You're Now an AI Explorer! See You Next Time!</a:t>
            </a:r>
          </a:p>
        </p:txBody>
      </p:sp>
      <p:sp>
        <p:nvSpPr>
          <p:cNvPr id="4" name="Freeform 4"/>
          <p:cNvSpPr/>
          <p:nvPr/>
        </p:nvSpPr>
        <p:spPr>
          <a:xfrm rot="-1195198">
            <a:off x="12519932" y="5027153"/>
            <a:ext cx="4238040" cy="3687095"/>
          </a:xfrm>
          <a:custGeom>
            <a:avLst/>
            <a:gdLst/>
            <a:ahLst/>
            <a:cxnLst/>
            <a:rect l="l" t="t" r="r" b="b"/>
            <a:pathLst>
              <a:path w="4238040" h="3687095">
                <a:moveTo>
                  <a:pt x="0" y="0"/>
                </a:moveTo>
                <a:lnTo>
                  <a:pt x="4238040" y="0"/>
                </a:lnTo>
                <a:lnTo>
                  <a:pt x="4238040" y="3687094"/>
                </a:lnTo>
                <a:lnTo>
                  <a:pt x="0" y="3687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721385">
            <a:off x="16334023" y="7100040"/>
            <a:ext cx="2586161" cy="3158670"/>
          </a:xfrm>
          <a:custGeom>
            <a:avLst/>
            <a:gdLst/>
            <a:ahLst/>
            <a:cxnLst/>
            <a:rect l="l" t="t" r="r" b="b"/>
            <a:pathLst>
              <a:path w="2586161" h="3158670">
                <a:moveTo>
                  <a:pt x="0" y="0"/>
                </a:moveTo>
                <a:lnTo>
                  <a:pt x="2586161" y="0"/>
                </a:lnTo>
                <a:lnTo>
                  <a:pt x="2586161" y="3158669"/>
                </a:lnTo>
                <a:lnTo>
                  <a:pt x="0" y="315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88748">
            <a:off x="13263656" y="-22671"/>
            <a:ext cx="4163844" cy="2102741"/>
          </a:xfrm>
          <a:custGeom>
            <a:avLst/>
            <a:gdLst/>
            <a:ahLst/>
            <a:cxnLst/>
            <a:rect l="l" t="t" r="r" b="b"/>
            <a:pathLst>
              <a:path w="4163844" h="2102741">
                <a:moveTo>
                  <a:pt x="0" y="0"/>
                </a:moveTo>
                <a:lnTo>
                  <a:pt x="4163845" y="0"/>
                </a:lnTo>
                <a:lnTo>
                  <a:pt x="4163845" y="2102742"/>
                </a:lnTo>
                <a:lnTo>
                  <a:pt x="0" y="2102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55816" y="8100449"/>
            <a:ext cx="2525577" cy="3061306"/>
          </a:xfrm>
          <a:custGeom>
            <a:avLst/>
            <a:gdLst/>
            <a:ahLst/>
            <a:cxnLst/>
            <a:rect l="l" t="t" r="r" b="b"/>
            <a:pathLst>
              <a:path w="2525577" h="3061306">
                <a:moveTo>
                  <a:pt x="0" y="0"/>
                </a:moveTo>
                <a:lnTo>
                  <a:pt x="2525577" y="0"/>
                </a:lnTo>
                <a:lnTo>
                  <a:pt x="2525577" y="3061305"/>
                </a:lnTo>
                <a:lnTo>
                  <a:pt x="0" y="306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404521"/>
            <a:ext cx="5477295" cy="1853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7"/>
              </a:lnSpc>
              <a:spcBef>
                <a:spcPct val="0"/>
              </a:spcBef>
            </a:pPr>
            <a:r>
              <a:rPr lang="en-US" sz="353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Great job today! You learned so much about AI and algorithms!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421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Open Sauce Bold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the AI: Demystifying AI &amp; Algorithms</dc:title>
  <cp:lastModifiedBy>JAGADISH JEEVAN SAI</cp:lastModifiedBy>
  <cp:revision>3</cp:revision>
  <dcterms:created xsi:type="dcterms:W3CDTF">2006-08-16T00:00:00Z</dcterms:created>
  <dcterms:modified xsi:type="dcterms:W3CDTF">2026-04-28T10:53:54Z</dcterms:modified>
  <dc:identifier>DAHIIhINUAo</dc:identifier>
</cp:coreProperties>
</file>